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3" r:id="rId7"/>
    <p:sldId id="260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5" autoAdjust="0"/>
  </p:normalViewPr>
  <p:slideViewPr>
    <p:cSldViewPr snapToGrid="0">
      <p:cViewPr>
        <p:scale>
          <a:sx n="125" d="100"/>
          <a:sy n="125" d="100"/>
        </p:scale>
        <p:origin x="-30" y="-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A2E7-27D1-3418-93F6-85C2FA870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60F8D-0CF7-B197-11E7-A26E9787A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389F2-D7AA-37C2-2DA4-0A76B6DD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D25F9-6D9F-46E8-B7EF-83B6DAB72559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C52DB-07B4-D1F5-A82D-8FFDE7198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147CE-E93E-0F4D-CEF0-DD4742B2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51D2E-2CAD-4260-A8F9-3DED1AD00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624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3F44-86F7-6850-F1AA-81490E60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70618-4D2E-B69B-1643-1C5F84637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2707E-8628-1C05-4BD0-C3830BB48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D25F9-6D9F-46E8-B7EF-83B6DAB72559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8C7FA-1B9F-7AAB-59E4-279B2F8B0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DA224-22CF-C8F0-4752-4763142D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51D2E-2CAD-4260-A8F9-3DED1AD00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07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2830-901B-2D45-C818-943E28E2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53AD1-A25D-EA50-77B4-D36A70082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E650C-9F18-0D9C-664C-8448C5D4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D25F9-6D9F-46E8-B7EF-83B6DAB72559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99A96-3519-2559-66F6-091C17F6D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3721F-91EA-FDEA-C46F-133AD4CC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51D2E-2CAD-4260-A8F9-3DED1AD00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694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C64A2-A3CF-E72C-3D22-799E8CB18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45AA1-5971-873C-DE6B-F0CDE8C24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8F708-782E-3787-CAA7-E04B74833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99A15-830B-B379-C025-5ED5D1B8C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D25F9-6D9F-46E8-B7EF-83B6DAB72559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EE55E-5AC0-856F-1D52-700BD86A7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72877-79D6-5028-6AD9-4927483A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51D2E-2CAD-4260-A8F9-3DED1AD00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881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1519-6223-9CE5-B9C6-58DD82162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7C5A0-FE34-D828-F29D-891DE8187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B1B49-A9EC-91FD-BC2E-E80ECBD9A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57DF01-C86B-C390-E407-B82EB14FE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FF208A-49E0-72B7-8F2D-2DCBF7C08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D5B4A8-AEF3-2297-CDD1-B481FBEF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D25F9-6D9F-46E8-B7EF-83B6DAB72559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342EEC-D88C-90A0-54F4-52EF8924C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15FFF-72E0-5159-9D63-00CC6E3F3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51D2E-2CAD-4260-A8F9-3DED1AD00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291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DDAB-CD21-D2AE-C2DE-44A1CE542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63F2A8-F12B-0514-910E-7AF0EDD88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D25F9-6D9F-46E8-B7EF-83B6DAB72559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7FDD7-F4DE-B042-330E-F4B03F9C1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2FCF5-BDF1-396F-2FEC-3F65D39F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51D2E-2CAD-4260-A8F9-3DED1AD00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140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C42075-48BF-2D92-D442-9D7FE69D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D25F9-6D9F-46E8-B7EF-83B6DAB72559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827F6C-955C-3B97-3670-E041B48AB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1E0BB-C3CE-FA69-3802-F18A6E9E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51D2E-2CAD-4260-A8F9-3DED1AD00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892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89D6-2DA0-98F9-6D54-E6791B5E9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8709-1FD8-C7D5-AA2E-240109B67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93B35-4839-2CDF-469D-7D17C02A4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F9C4D-C1E3-F09F-2FFF-A766DE1E5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D25F9-6D9F-46E8-B7EF-83B6DAB72559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EBC41-9048-EBCA-EB1A-7CA93126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7DA50-F329-AAD6-0C23-8D205D1A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51D2E-2CAD-4260-A8F9-3DED1AD00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69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3C74E-E170-F2B5-F842-38CAF01CD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A8BA4C-DE99-8230-7EF9-65F2331D7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55CF4-9635-83F7-E306-4AC900B30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8855C-47AE-6348-95DE-E007BBF0D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D25F9-6D9F-46E8-B7EF-83B6DAB72559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3A152-1B9C-40FD-E1F0-6D3B7CD1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B221B-5304-0156-3443-99CC48F8A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51D2E-2CAD-4260-A8F9-3DED1AD00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13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A2FF-1488-7ED1-B511-61A790814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ADFB9-A2B7-0A0A-C062-78E3F8A88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84FB5-15E6-6BC7-9EDB-4F236B389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D25F9-6D9F-46E8-B7EF-83B6DAB72559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A7418-0E00-30BD-0239-6ADAB0F86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93A6A-BE8C-E9C6-F69F-FB7C9A10B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51D2E-2CAD-4260-A8F9-3DED1AD00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257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34AFA-FB14-37D6-A12E-5EEC3EEC6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3761C-8E0A-5C24-4859-AFDCA90E7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7080D-254C-B1D2-67AC-DB160AF3A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D25F9-6D9F-46E8-B7EF-83B6DAB72559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C5A89-2466-D921-CC91-8565880F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06F31-4C6E-5683-1F30-A1EE8160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51D2E-2CAD-4260-A8F9-3DED1AD00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49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65E9-DF8E-6628-79B2-CCAC2943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90EA8-CB45-9EA1-74B1-5AECC9633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58B35-0CA7-911D-A3E6-F09C1644E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D25F9-6D9F-46E8-B7EF-83B6DAB72559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1DBD-D364-95D9-692F-42B710A79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D5224-C132-FEFC-C731-98C133FDF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51D2E-2CAD-4260-A8F9-3DED1AD00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468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A5CFB3-93C0-2B6A-8F59-9DEE570D1814}"/>
              </a:ext>
            </a:extLst>
          </p:cNvPr>
          <p:cNvSpPr/>
          <p:nvPr/>
        </p:nvSpPr>
        <p:spPr>
          <a:xfrm>
            <a:off x="3041152" y="1058238"/>
            <a:ext cx="5661060" cy="47980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F5126-2B10-96B8-E99B-BAA3F5C3E0A4}"/>
              </a:ext>
            </a:extLst>
          </p:cNvPr>
          <p:cNvSpPr txBox="1"/>
          <p:nvPr/>
        </p:nvSpPr>
        <p:spPr>
          <a:xfrm>
            <a:off x="5229546" y="309348"/>
            <a:ext cx="3472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RAM</a:t>
            </a:r>
            <a:endParaRPr lang="ru-RU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D24E3-6AA6-FFF2-30F9-9701E6F00AC0}"/>
              </a:ext>
            </a:extLst>
          </p:cNvPr>
          <p:cNvSpPr txBox="1"/>
          <p:nvPr/>
        </p:nvSpPr>
        <p:spPr>
          <a:xfrm>
            <a:off x="3121630" y="5430430"/>
            <a:ext cx="126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Clk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EDBC38-5C0E-CDBB-3614-530656800F15}"/>
              </a:ext>
            </a:extLst>
          </p:cNvPr>
          <p:cNvSpPr txBox="1"/>
          <p:nvPr/>
        </p:nvSpPr>
        <p:spPr>
          <a:xfrm>
            <a:off x="4751865" y="1114079"/>
            <a:ext cx="2394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Generic: Width, Size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8DC31-8DBA-4401-A172-28807FBDF983}"/>
              </a:ext>
            </a:extLst>
          </p:cNvPr>
          <p:cNvSpPr txBox="1"/>
          <p:nvPr/>
        </p:nvSpPr>
        <p:spPr>
          <a:xfrm>
            <a:off x="3013749" y="1678775"/>
            <a:ext cx="159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read_enable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2FA5D-8A9E-539C-037C-F1C22B82F0D7}"/>
              </a:ext>
            </a:extLst>
          </p:cNvPr>
          <p:cNvSpPr txBox="1"/>
          <p:nvPr/>
        </p:nvSpPr>
        <p:spPr>
          <a:xfrm>
            <a:off x="3041149" y="2183303"/>
            <a:ext cx="159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write_enable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1E9947-DF98-7AEE-9888-C6A239FF4ED3}"/>
              </a:ext>
            </a:extLst>
          </p:cNvPr>
          <p:cNvSpPr txBox="1"/>
          <p:nvPr/>
        </p:nvSpPr>
        <p:spPr>
          <a:xfrm>
            <a:off x="3031096" y="2774936"/>
            <a:ext cx="159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6DEECC-8642-860F-F18E-38C55D8C5D35}"/>
              </a:ext>
            </a:extLst>
          </p:cNvPr>
          <p:cNvSpPr txBox="1"/>
          <p:nvPr/>
        </p:nvSpPr>
        <p:spPr>
          <a:xfrm>
            <a:off x="3013748" y="3375452"/>
            <a:ext cx="159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data_bus_in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A1AB26-7DE1-1E61-37FB-C4E3D02CF1DF}"/>
              </a:ext>
            </a:extLst>
          </p:cNvPr>
          <p:cNvSpPr txBox="1"/>
          <p:nvPr/>
        </p:nvSpPr>
        <p:spPr>
          <a:xfrm>
            <a:off x="7146171" y="3177877"/>
            <a:ext cx="1592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data_bus_out</a:t>
            </a:r>
            <a:endParaRPr lang="ru-RU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FCDFD1-38C9-3B4C-61D6-0C4726F5B625}"/>
              </a:ext>
            </a:extLst>
          </p:cNvPr>
          <p:cNvCxnSpPr>
            <a:cxnSpLocks/>
          </p:cNvCxnSpPr>
          <p:nvPr/>
        </p:nvCxnSpPr>
        <p:spPr>
          <a:xfrm>
            <a:off x="801381" y="1854161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5DCDF4B-D170-3AC5-C6C9-93DBC78378D7}"/>
              </a:ext>
            </a:extLst>
          </p:cNvPr>
          <p:cNvCxnSpPr>
            <a:cxnSpLocks/>
          </p:cNvCxnSpPr>
          <p:nvPr/>
        </p:nvCxnSpPr>
        <p:spPr>
          <a:xfrm>
            <a:off x="796273" y="2069419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475D31-71E5-CF3D-E526-15EE15654D5A}"/>
              </a:ext>
            </a:extLst>
          </p:cNvPr>
          <p:cNvCxnSpPr>
            <a:cxnSpLocks/>
          </p:cNvCxnSpPr>
          <p:nvPr/>
        </p:nvCxnSpPr>
        <p:spPr>
          <a:xfrm>
            <a:off x="791328" y="2960487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D9FCDC2-55C2-6C88-8A97-60059ACED79C}"/>
              </a:ext>
            </a:extLst>
          </p:cNvPr>
          <p:cNvCxnSpPr>
            <a:cxnSpLocks/>
          </p:cNvCxnSpPr>
          <p:nvPr/>
        </p:nvCxnSpPr>
        <p:spPr>
          <a:xfrm>
            <a:off x="801381" y="3584678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0490DE3-124E-190C-E92E-892DFAA7C43E}"/>
              </a:ext>
            </a:extLst>
          </p:cNvPr>
          <p:cNvCxnSpPr>
            <a:cxnSpLocks/>
          </p:cNvCxnSpPr>
          <p:nvPr/>
        </p:nvCxnSpPr>
        <p:spPr>
          <a:xfrm>
            <a:off x="801381" y="5615096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0C1F5C-730B-0903-6700-61C1EBE689E0}"/>
              </a:ext>
            </a:extLst>
          </p:cNvPr>
          <p:cNvCxnSpPr>
            <a:cxnSpLocks/>
          </p:cNvCxnSpPr>
          <p:nvPr/>
        </p:nvCxnSpPr>
        <p:spPr>
          <a:xfrm>
            <a:off x="8702212" y="3377091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F7F253A-D87C-3127-392D-3AB01E7EC9C4}"/>
              </a:ext>
            </a:extLst>
          </p:cNvPr>
          <p:cNvCxnSpPr>
            <a:cxnSpLocks/>
          </p:cNvCxnSpPr>
          <p:nvPr/>
        </p:nvCxnSpPr>
        <p:spPr>
          <a:xfrm>
            <a:off x="801381" y="5283925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D45CA1-8C65-6DBE-05F4-337C46AA9EA5}"/>
                  </a:ext>
                </a:extLst>
              </p:cNvPr>
              <p:cNvSpPr txBox="1"/>
              <p:nvPr/>
            </p:nvSpPr>
            <p:spPr>
              <a:xfrm>
                <a:off x="3094227" y="5099259"/>
                <a:ext cx="12654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𝑅𝑒𝑠𝑒𝑡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D45CA1-8C65-6DBE-05F4-337C46AA9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227" y="5099259"/>
                <a:ext cx="126543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D1625A0-47C4-6498-0BAB-772B24C1EC91}"/>
              </a:ext>
            </a:extLst>
          </p:cNvPr>
          <p:cNvSpPr txBox="1"/>
          <p:nvPr/>
        </p:nvSpPr>
        <p:spPr>
          <a:xfrm>
            <a:off x="3013749" y="1874292"/>
            <a:ext cx="1725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read_enable_2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5600A-FECF-26AB-F900-F193BBA69014}"/>
              </a:ext>
            </a:extLst>
          </p:cNvPr>
          <p:cNvSpPr txBox="1"/>
          <p:nvPr/>
        </p:nvSpPr>
        <p:spPr>
          <a:xfrm>
            <a:off x="3031096" y="2390128"/>
            <a:ext cx="170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write_enable_2</a:t>
            </a:r>
            <a:endParaRPr lang="ru-RU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AFFA66-62D9-CC6F-ADEC-47EF767C6842}"/>
              </a:ext>
            </a:extLst>
          </p:cNvPr>
          <p:cNvCxnSpPr>
            <a:cxnSpLocks/>
          </p:cNvCxnSpPr>
          <p:nvPr/>
        </p:nvCxnSpPr>
        <p:spPr>
          <a:xfrm>
            <a:off x="796273" y="2390128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7B64D6-46D0-D092-005B-8F24ADB222B3}"/>
              </a:ext>
            </a:extLst>
          </p:cNvPr>
          <p:cNvCxnSpPr>
            <a:cxnSpLocks/>
          </p:cNvCxnSpPr>
          <p:nvPr/>
        </p:nvCxnSpPr>
        <p:spPr>
          <a:xfrm>
            <a:off x="801381" y="2603651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9FA7A-0005-6270-2720-4AEDF1F41485}"/>
              </a:ext>
            </a:extLst>
          </p:cNvPr>
          <p:cNvSpPr txBox="1"/>
          <p:nvPr/>
        </p:nvSpPr>
        <p:spPr>
          <a:xfrm>
            <a:off x="3031095" y="2969661"/>
            <a:ext cx="159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address_2</a:t>
            </a:r>
            <a:endParaRPr lang="ru-RU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2A928D-30CC-9E5D-8F7E-BE2C377AC7CC}"/>
              </a:ext>
            </a:extLst>
          </p:cNvPr>
          <p:cNvCxnSpPr>
            <a:cxnSpLocks/>
          </p:cNvCxnSpPr>
          <p:nvPr/>
        </p:nvCxnSpPr>
        <p:spPr>
          <a:xfrm>
            <a:off x="791327" y="3154327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FFBD35B-E75C-41D8-415E-C216C13DB568}"/>
              </a:ext>
            </a:extLst>
          </p:cNvPr>
          <p:cNvSpPr txBox="1"/>
          <p:nvPr/>
        </p:nvSpPr>
        <p:spPr>
          <a:xfrm>
            <a:off x="3013748" y="3605134"/>
            <a:ext cx="170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data_bus_in_2</a:t>
            </a:r>
            <a:endParaRPr lang="ru-RU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EF5BA2-8878-F995-FB02-1A8A3A992E3F}"/>
              </a:ext>
            </a:extLst>
          </p:cNvPr>
          <p:cNvCxnSpPr>
            <a:cxnSpLocks/>
          </p:cNvCxnSpPr>
          <p:nvPr/>
        </p:nvCxnSpPr>
        <p:spPr>
          <a:xfrm>
            <a:off x="801381" y="3819259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BB8466A-8DBE-6633-068F-0F21E83BF7D7}"/>
              </a:ext>
            </a:extLst>
          </p:cNvPr>
          <p:cNvSpPr txBox="1"/>
          <p:nvPr/>
        </p:nvSpPr>
        <p:spPr>
          <a:xfrm>
            <a:off x="6993232" y="3502149"/>
            <a:ext cx="1846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data_bus_out_2</a:t>
            </a:r>
            <a:endParaRPr lang="ru-RU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958A763-0F69-44A6-06DF-B1B5D67CCC86}"/>
              </a:ext>
            </a:extLst>
          </p:cNvPr>
          <p:cNvCxnSpPr>
            <a:cxnSpLocks/>
          </p:cNvCxnSpPr>
          <p:nvPr/>
        </p:nvCxnSpPr>
        <p:spPr>
          <a:xfrm>
            <a:off x="8702212" y="3686815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6DEFD22D-67EF-3964-8E5F-AAE9680C1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331048"/>
              </p:ext>
            </p:extLst>
          </p:nvPr>
        </p:nvGraphicFramePr>
        <p:xfrm>
          <a:off x="5198769" y="1807683"/>
          <a:ext cx="1335306" cy="380873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67653">
                  <a:extLst>
                    <a:ext uri="{9D8B030D-6E8A-4147-A177-3AD203B41FA5}">
                      <a16:colId xmlns:a16="http://schemas.microsoft.com/office/drawing/2014/main" val="2433018135"/>
                    </a:ext>
                  </a:extLst>
                </a:gridCol>
                <a:gridCol w="667653">
                  <a:extLst>
                    <a:ext uri="{9D8B030D-6E8A-4147-A177-3AD203B41FA5}">
                      <a16:colId xmlns:a16="http://schemas.microsoft.com/office/drawing/2014/main" val="773332659"/>
                    </a:ext>
                  </a:extLst>
                </a:gridCol>
              </a:tblGrid>
              <a:tr h="6337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ADR</a:t>
                      </a:r>
                    </a:p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DAT</a:t>
                      </a:r>
                      <a:endParaRPr lang="en-IL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930045"/>
                  </a:ext>
                </a:extLst>
              </a:tr>
              <a:tr h="633731">
                <a:tc>
                  <a:txBody>
                    <a:bodyPr/>
                    <a:lstStyle/>
                    <a:p>
                      <a:r>
                        <a:rPr lang="en-US" dirty="0"/>
                        <a:t>    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…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303871"/>
                  </a:ext>
                </a:extLst>
              </a:tr>
              <a:tr h="633731">
                <a:tc>
                  <a:txBody>
                    <a:bodyPr/>
                    <a:lstStyle/>
                    <a:p>
                      <a:r>
                        <a:rPr lang="en-US" dirty="0"/>
                        <a:t>    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…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385247"/>
                  </a:ext>
                </a:extLst>
              </a:tr>
              <a:tr h="633731">
                <a:tc>
                  <a:txBody>
                    <a:bodyPr/>
                    <a:lstStyle/>
                    <a:p>
                      <a:r>
                        <a:rPr lang="en-US" dirty="0"/>
                        <a:t>    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…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250866"/>
                  </a:ext>
                </a:extLst>
              </a:tr>
              <a:tr h="633731">
                <a:tc>
                  <a:txBody>
                    <a:bodyPr/>
                    <a:lstStyle/>
                    <a:p>
                      <a:r>
                        <a:rPr lang="en-US" dirty="0"/>
                        <a:t>   …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…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19958"/>
                  </a:ext>
                </a:extLst>
              </a:tr>
              <a:tr h="633731"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…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27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036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E9D7-FEB4-E2A5-C5B6-0A41E73B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77445B-77C6-C1D6-EC2B-F5BCF8F0C187}"/>
              </a:ext>
            </a:extLst>
          </p:cNvPr>
          <p:cNvSpPr/>
          <p:nvPr/>
        </p:nvSpPr>
        <p:spPr>
          <a:xfrm>
            <a:off x="3041152" y="1058238"/>
            <a:ext cx="5661060" cy="47980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5B716-F227-9E41-7E50-ACF1D7AC933B}"/>
              </a:ext>
            </a:extLst>
          </p:cNvPr>
          <p:cNvSpPr txBox="1"/>
          <p:nvPr/>
        </p:nvSpPr>
        <p:spPr>
          <a:xfrm>
            <a:off x="5229546" y="309348"/>
            <a:ext cx="13356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MUX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27CE75-801C-1991-7EBF-2FBC197EB64D}"/>
                  </a:ext>
                </a:extLst>
              </p:cNvPr>
              <p:cNvSpPr txBox="1"/>
              <p:nvPr/>
            </p:nvSpPr>
            <p:spPr>
              <a:xfrm>
                <a:off x="3121630" y="5430430"/>
                <a:ext cx="2262028" cy="375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Clk,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𝑅𝑒𝑠𝑒𝑡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𝐸𝑛𝑎𝑏𝑙𝑒</m:t>
                        </m:r>
                      </m:e>
                    </m:ac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27CE75-801C-1991-7EBF-2FBC197EB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630" y="5430430"/>
                <a:ext cx="2262028" cy="375424"/>
              </a:xfrm>
              <a:prstGeom prst="rect">
                <a:avLst/>
              </a:prstGeom>
              <a:blipFill>
                <a:blip r:embed="rId2"/>
                <a:stretch>
                  <a:fillRect l="-2156" t="-6557" b="-278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0FF5205-803C-32E9-42D3-D062C92B0AAE}"/>
              </a:ext>
            </a:extLst>
          </p:cNvPr>
          <p:cNvSpPr txBox="1"/>
          <p:nvPr/>
        </p:nvSpPr>
        <p:spPr>
          <a:xfrm>
            <a:off x="4565148" y="1258954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Generic: Width, N (input ports)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F9F55A-9447-B8F8-A272-0D29B72FE5E8}"/>
              </a:ext>
            </a:extLst>
          </p:cNvPr>
          <p:cNvSpPr txBox="1"/>
          <p:nvPr/>
        </p:nvSpPr>
        <p:spPr>
          <a:xfrm>
            <a:off x="3028895" y="2751713"/>
            <a:ext cx="114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Inputs(1)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8CD6BD-CDBA-BDF2-B09E-17933B01387F}"/>
              </a:ext>
            </a:extLst>
          </p:cNvPr>
          <p:cNvSpPr txBox="1"/>
          <p:nvPr/>
        </p:nvSpPr>
        <p:spPr>
          <a:xfrm>
            <a:off x="5768940" y="5430430"/>
            <a:ext cx="159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selector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B98210-C608-15DA-9E56-7BCB16C1FD37}"/>
              </a:ext>
            </a:extLst>
          </p:cNvPr>
          <p:cNvSpPr txBox="1"/>
          <p:nvPr/>
        </p:nvSpPr>
        <p:spPr>
          <a:xfrm>
            <a:off x="7762134" y="3344692"/>
            <a:ext cx="89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ru-RU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7BA132-EEE6-0CBF-3EAF-9FB503D3C087}"/>
              </a:ext>
            </a:extLst>
          </p:cNvPr>
          <p:cNvCxnSpPr>
            <a:cxnSpLocks/>
          </p:cNvCxnSpPr>
          <p:nvPr/>
        </p:nvCxnSpPr>
        <p:spPr>
          <a:xfrm>
            <a:off x="801381" y="2936379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72637CE-4FE0-3AEA-F2B3-2A9BF339328E}"/>
              </a:ext>
            </a:extLst>
          </p:cNvPr>
          <p:cNvCxnSpPr>
            <a:cxnSpLocks/>
          </p:cNvCxnSpPr>
          <p:nvPr/>
        </p:nvCxnSpPr>
        <p:spPr>
          <a:xfrm flipV="1">
            <a:off x="6251073" y="5856269"/>
            <a:ext cx="0" cy="811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7062A14-ABC4-6ACC-88F2-5FEB52092F8D}"/>
              </a:ext>
            </a:extLst>
          </p:cNvPr>
          <p:cNvCxnSpPr>
            <a:cxnSpLocks/>
          </p:cNvCxnSpPr>
          <p:nvPr/>
        </p:nvCxnSpPr>
        <p:spPr>
          <a:xfrm>
            <a:off x="801381" y="5615096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E0176A-14EF-F0FA-EC90-0A666D1437F9}"/>
              </a:ext>
            </a:extLst>
          </p:cNvPr>
          <p:cNvCxnSpPr>
            <a:cxnSpLocks/>
          </p:cNvCxnSpPr>
          <p:nvPr/>
        </p:nvCxnSpPr>
        <p:spPr>
          <a:xfrm>
            <a:off x="8702212" y="3552559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F68D32-6C4A-17C1-8116-DD22FC8961F5}"/>
              </a:ext>
            </a:extLst>
          </p:cNvPr>
          <p:cNvSpPr txBox="1"/>
          <p:nvPr/>
        </p:nvSpPr>
        <p:spPr>
          <a:xfrm>
            <a:off x="3387871" y="3065210"/>
            <a:ext cx="893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5C06D7-8FBA-8F94-9C49-0E1A5B4D94FF}"/>
              </a:ext>
            </a:extLst>
          </p:cNvPr>
          <p:cNvSpPr txBox="1"/>
          <p:nvPr/>
        </p:nvSpPr>
        <p:spPr>
          <a:xfrm>
            <a:off x="3041149" y="3974320"/>
            <a:ext cx="122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Inputs (N)</a:t>
            </a:r>
            <a:endParaRPr lang="ru-RU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EDDC26-E449-179D-3FAA-05F511EE198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801381" y="4158986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6540B2-6214-E003-3087-799CE8B54F63}"/>
              </a:ext>
            </a:extLst>
          </p:cNvPr>
          <p:cNvSpPr txBox="1"/>
          <p:nvPr/>
        </p:nvSpPr>
        <p:spPr>
          <a:xfrm>
            <a:off x="9745141" y="3367893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D728EB-88B1-8FF5-F982-EDA42DDF6517}"/>
              </a:ext>
            </a:extLst>
          </p:cNvPr>
          <p:cNvSpPr txBox="1"/>
          <p:nvPr/>
        </p:nvSpPr>
        <p:spPr>
          <a:xfrm>
            <a:off x="9359795" y="3183227"/>
            <a:ext cx="15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WIDTH -1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65DDF-B639-1A32-9EE9-F02DC14B54EF}"/>
              </a:ext>
            </a:extLst>
          </p:cNvPr>
          <p:cNvSpPr txBox="1"/>
          <p:nvPr/>
        </p:nvSpPr>
        <p:spPr>
          <a:xfrm>
            <a:off x="1760889" y="2756416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341AC-F294-1E48-3110-76F13F800D4A}"/>
              </a:ext>
            </a:extLst>
          </p:cNvPr>
          <p:cNvSpPr txBox="1"/>
          <p:nvPr/>
        </p:nvSpPr>
        <p:spPr>
          <a:xfrm>
            <a:off x="1452120" y="2557788"/>
            <a:ext cx="15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WIDTH -1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D47F2A-D2A5-62A7-A7F0-805EA484EFD0}"/>
              </a:ext>
            </a:extLst>
          </p:cNvPr>
          <p:cNvSpPr txBox="1"/>
          <p:nvPr/>
        </p:nvSpPr>
        <p:spPr>
          <a:xfrm>
            <a:off x="1452119" y="3748262"/>
            <a:ext cx="15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WIDTH -1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AC1AE3-AB9B-275E-623F-EB037C7377A4}"/>
              </a:ext>
            </a:extLst>
          </p:cNvPr>
          <p:cNvSpPr txBox="1"/>
          <p:nvPr/>
        </p:nvSpPr>
        <p:spPr>
          <a:xfrm>
            <a:off x="1773146" y="3946890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287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E0E0-9DBF-B5F9-4997-A36EB3034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4865B4-8692-F6F6-01A3-F49459E68B3A}"/>
              </a:ext>
            </a:extLst>
          </p:cNvPr>
          <p:cNvSpPr/>
          <p:nvPr/>
        </p:nvSpPr>
        <p:spPr>
          <a:xfrm>
            <a:off x="3041152" y="1058238"/>
            <a:ext cx="5661060" cy="47980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BCDFE-DC1C-3F6C-17B6-FFFA74E01923}"/>
              </a:ext>
            </a:extLst>
          </p:cNvPr>
          <p:cNvSpPr txBox="1"/>
          <p:nvPr/>
        </p:nvSpPr>
        <p:spPr>
          <a:xfrm>
            <a:off x="5192476" y="296991"/>
            <a:ext cx="2073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Decoder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4B470F-F778-0D50-0C5D-81E0D347759D}"/>
                  </a:ext>
                </a:extLst>
              </p:cNvPr>
              <p:cNvSpPr txBox="1"/>
              <p:nvPr/>
            </p:nvSpPr>
            <p:spPr>
              <a:xfrm>
                <a:off x="3121630" y="5430430"/>
                <a:ext cx="2262028" cy="375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Clk,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𝑅𝑒𝑠𝑒𝑡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𝐸𝑛𝑎𝑏𝑙𝑒</m:t>
                        </m:r>
                      </m:e>
                    </m:ac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4B470F-F778-0D50-0C5D-81E0D3477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630" y="5430430"/>
                <a:ext cx="2262028" cy="375424"/>
              </a:xfrm>
              <a:prstGeom prst="rect">
                <a:avLst/>
              </a:prstGeom>
              <a:blipFill>
                <a:blip r:embed="rId2"/>
                <a:stretch>
                  <a:fillRect l="-2156" t="-6557" b="-278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F8D4F19-021E-68C1-F53E-3908ED383AD8}"/>
              </a:ext>
            </a:extLst>
          </p:cNvPr>
          <p:cNvSpPr txBox="1"/>
          <p:nvPr/>
        </p:nvSpPr>
        <p:spPr>
          <a:xfrm>
            <a:off x="4999488" y="1202447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Generic: Width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FF42C0-18F3-FC7A-1A46-67465AD2EDF8}"/>
              </a:ext>
            </a:extLst>
          </p:cNvPr>
          <p:cNvSpPr txBox="1"/>
          <p:nvPr/>
        </p:nvSpPr>
        <p:spPr>
          <a:xfrm>
            <a:off x="3041149" y="3316645"/>
            <a:ext cx="114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4CC5AF-53D6-7767-C50F-D0BB10E2C050}"/>
                  </a:ext>
                </a:extLst>
              </p:cNvPr>
              <p:cNvSpPr txBox="1"/>
              <p:nvPr/>
            </p:nvSpPr>
            <p:spPr>
              <a:xfrm>
                <a:off x="6839766" y="4709013"/>
                <a:ext cx="2013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output_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𝑊𝐼𝐷𝑇𝐻</m:t>
                        </m:r>
                      </m:sup>
                    </m:sSup>
                  </m:oMath>
                </a14:m>
                <a:r>
                  <a:rPr lang="en-US" dirty="0"/>
                  <a:t>-1</a:t>
                </a:r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4CC5AF-53D6-7767-C50F-D0BB10E2C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766" y="4709013"/>
                <a:ext cx="2013732" cy="369332"/>
              </a:xfrm>
              <a:prstGeom prst="rect">
                <a:avLst/>
              </a:prstGeom>
              <a:blipFill>
                <a:blip r:embed="rId3"/>
                <a:stretch>
                  <a:fillRect l="-2424" t="-6557" b="-2623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888375-D88E-191A-50B2-A0588CA5DCBD}"/>
              </a:ext>
            </a:extLst>
          </p:cNvPr>
          <p:cNvCxnSpPr>
            <a:cxnSpLocks/>
          </p:cNvCxnSpPr>
          <p:nvPr/>
        </p:nvCxnSpPr>
        <p:spPr>
          <a:xfrm>
            <a:off x="801381" y="3511610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2DB7FC-D7E8-AAD4-350B-698E3B7FC523}"/>
              </a:ext>
            </a:extLst>
          </p:cNvPr>
          <p:cNvCxnSpPr>
            <a:cxnSpLocks/>
          </p:cNvCxnSpPr>
          <p:nvPr/>
        </p:nvCxnSpPr>
        <p:spPr>
          <a:xfrm>
            <a:off x="801381" y="5615096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F5A56C-F950-224E-AB72-A5411E35B353}"/>
              </a:ext>
            </a:extLst>
          </p:cNvPr>
          <p:cNvCxnSpPr>
            <a:cxnSpLocks/>
          </p:cNvCxnSpPr>
          <p:nvPr/>
        </p:nvCxnSpPr>
        <p:spPr>
          <a:xfrm>
            <a:off x="8702212" y="4893679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5080744-0AD4-3CEE-0B7B-A99AE7147CD4}"/>
              </a:ext>
            </a:extLst>
          </p:cNvPr>
          <p:cNvSpPr txBox="1"/>
          <p:nvPr/>
        </p:nvSpPr>
        <p:spPr>
          <a:xfrm>
            <a:off x="1549291" y="3131979"/>
            <a:ext cx="114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WIDTH-1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5B66B-4F5D-BF3B-B5A9-C0E45D2E5E56}"/>
              </a:ext>
            </a:extLst>
          </p:cNvPr>
          <p:cNvSpPr txBox="1"/>
          <p:nvPr/>
        </p:nvSpPr>
        <p:spPr>
          <a:xfrm>
            <a:off x="1824435" y="3379538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E1A2A-90B0-9910-5638-EF3847418A06}"/>
              </a:ext>
            </a:extLst>
          </p:cNvPr>
          <p:cNvSpPr txBox="1"/>
          <p:nvPr/>
        </p:nvSpPr>
        <p:spPr>
          <a:xfrm>
            <a:off x="7711359" y="3396558"/>
            <a:ext cx="114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output_2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943B9F-A906-9F7A-8824-876F2D1758EB}"/>
              </a:ext>
            </a:extLst>
          </p:cNvPr>
          <p:cNvSpPr txBox="1"/>
          <p:nvPr/>
        </p:nvSpPr>
        <p:spPr>
          <a:xfrm>
            <a:off x="7711360" y="2638100"/>
            <a:ext cx="1142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output_1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841D49-190F-D6EE-C43B-5DCA75E2D10B}"/>
              </a:ext>
            </a:extLst>
          </p:cNvPr>
          <p:cNvSpPr txBox="1"/>
          <p:nvPr/>
        </p:nvSpPr>
        <p:spPr>
          <a:xfrm>
            <a:off x="7658192" y="2015915"/>
            <a:ext cx="1142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output_0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1B9162-ED27-14B5-C1ED-45E319DDE211}"/>
              </a:ext>
            </a:extLst>
          </p:cNvPr>
          <p:cNvSpPr txBox="1"/>
          <p:nvPr/>
        </p:nvSpPr>
        <p:spPr>
          <a:xfrm>
            <a:off x="8043691" y="3748870"/>
            <a:ext cx="893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  <a:endParaRPr lang="ru-RU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EA39CA-069E-C53F-6C49-13DED3BAF431}"/>
              </a:ext>
            </a:extLst>
          </p:cNvPr>
          <p:cNvCxnSpPr>
            <a:cxnSpLocks/>
          </p:cNvCxnSpPr>
          <p:nvPr/>
        </p:nvCxnSpPr>
        <p:spPr>
          <a:xfrm>
            <a:off x="8702212" y="3598103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10D410-8432-BF33-9F81-0CDB1920E02D}"/>
              </a:ext>
            </a:extLst>
          </p:cNvPr>
          <p:cNvCxnSpPr>
            <a:cxnSpLocks/>
          </p:cNvCxnSpPr>
          <p:nvPr/>
        </p:nvCxnSpPr>
        <p:spPr>
          <a:xfrm>
            <a:off x="8702212" y="2822766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618839-896C-9FF0-2899-9D61CDA02001}"/>
              </a:ext>
            </a:extLst>
          </p:cNvPr>
          <p:cNvCxnSpPr>
            <a:cxnSpLocks/>
          </p:cNvCxnSpPr>
          <p:nvPr/>
        </p:nvCxnSpPr>
        <p:spPr>
          <a:xfrm>
            <a:off x="8702212" y="2200581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545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C6BB2-0E3A-4039-11CA-0D3D3126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624834-A947-5466-1E01-BC5FFE8575C2}"/>
              </a:ext>
            </a:extLst>
          </p:cNvPr>
          <p:cNvSpPr/>
          <p:nvPr/>
        </p:nvSpPr>
        <p:spPr>
          <a:xfrm>
            <a:off x="3041152" y="1058238"/>
            <a:ext cx="5661060" cy="47980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3763B-EC78-2326-9071-16E9912EA741}"/>
              </a:ext>
            </a:extLst>
          </p:cNvPr>
          <p:cNvSpPr txBox="1"/>
          <p:nvPr/>
        </p:nvSpPr>
        <p:spPr>
          <a:xfrm>
            <a:off x="5035411" y="242297"/>
            <a:ext cx="2728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Register</a:t>
            </a:r>
            <a:endParaRPr lang="ru-RU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B9E672-AF7E-3A8A-5B6C-8AB0BFDBD75D}"/>
              </a:ext>
            </a:extLst>
          </p:cNvPr>
          <p:cNvSpPr txBox="1"/>
          <p:nvPr/>
        </p:nvSpPr>
        <p:spPr>
          <a:xfrm>
            <a:off x="3121630" y="5430430"/>
            <a:ext cx="226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Clk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97C369-1897-626E-9863-224112ED6ADB}"/>
              </a:ext>
            </a:extLst>
          </p:cNvPr>
          <p:cNvSpPr txBox="1"/>
          <p:nvPr/>
        </p:nvSpPr>
        <p:spPr>
          <a:xfrm>
            <a:off x="5035411" y="1058238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Generic: Width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1B31A-E6DD-10A2-A756-AC13DA77FD00}"/>
              </a:ext>
            </a:extLst>
          </p:cNvPr>
          <p:cNvSpPr txBox="1"/>
          <p:nvPr/>
        </p:nvSpPr>
        <p:spPr>
          <a:xfrm>
            <a:off x="3041148" y="2061509"/>
            <a:ext cx="89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we_1</a:t>
            </a:r>
            <a:endParaRPr lang="ru-RU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7B194A-1D93-C731-29F6-C669C41C6A1E}"/>
              </a:ext>
            </a:extLst>
          </p:cNvPr>
          <p:cNvCxnSpPr>
            <a:cxnSpLocks/>
          </p:cNvCxnSpPr>
          <p:nvPr/>
        </p:nvCxnSpPr>
        <p:spPr>
          <a:xfrm>
            <a:off x="801381" y="2246175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80337A-92BB-AA8B-581E-6F9E46787CAC}"/>
              </a:ext>
            </a:extLst>
          </p:cNvPr>
          <p:cNvCxnSpPr>
            <a:cxnSpLocks/>
          </p:cNvCxnSpPr>
          <p:nvPr/>
        </p:nvCxnSpPr>
        <p:spPr>
          <a:xfrm>
            <a:off x="801381" y="5615096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B3DB48-30F0-9B73-F0E0-AC0DBE971206}"/>
              </a:ext>
            </a:extLst>
          </p:cNvPr>
          <p:cNvCxnSpPr>
            <a:cxnSpLocks/>
          </p:cNvCxnSpPr>
          <p:nvPr/>
        </p:nvCxnSpPr>
        <p:spPr>
          <a:xfrm>
            <a:off x="6961504" y="3286795"/>
            <a:ext cx="37823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58A085-B317-487B-59E9-229AE3C34FA8}"/>
              </a:ext>
            </a:extLst>
          </p:cNvPr>
          <p:cNvSpPr txBox="1"/>
          <p:nvPr/>
        </p:nvSpPr>
        <p:spPr>
          <a:xfrm>
            <a:off x="8994605" y="2929108"/>
            <a:ext cx="174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WIDTH -1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686249-B6D6-F40E-F7AE-2207B5A528D5}"/>
              </a:ext>
            </a:extLst>
          </p:cNvPr>
          <p:cNvSpPr txBox="1"/>
          <p:nvPr/>
        </p:nvSpPr>
        <p:spPr>
          <a:xfrm>
            <a:off x="3041148" y="2653192"/>
            <a:ext cx="89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re_1</a:t>
            </a:r>
            <a:endParaRPr lang="ru-R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ABCF6A-FFBB-AFA3-7E9A-53526CD8731E}"/>
              </a:ext>
            </a:extLst>
          </p:cNvPr>
          <p:cNvCxnSpPr>
            <a:cxnSpLocks/>
          </p:cNvCxnSpPr>
          <p:nvPr/>
        </p:nvCxnSpPr>
        <p:spPr>
          <a:xfrm>
            <a:off x="801381" y="3483106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E87FFA4-D0A6-8CB8-567D-3C717C172539}"/>
              </a:ext>
            </a:extLst>
          </p:cNvPr>
          <p:cNvSpPr txBox="1"/>
          <p:nvPr/>
        </p:nvSpPr>
        <p:spPr>
          <a:xfrm>
            <a:off x="3041148" y="3273632"/>
            <a:ext cx="143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data_bus_1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07B88D-A0B9-8F6F-5CBE-F34E2711D42D}"/>
              </a:ext>
            </a:extLst>
          </p:cNvPr>
          <p:cNvSpPr txBox="1"/>
          <p:nvPr/>
        </p:nvSpPr>
        <p:spPr>
          <a:xfrm>
            <a:off x="1070426" y="3438484"/>
            <a:ext cx="1143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WIDTH-1</a:t>
            </a:r>
            <a:endParaRPr lang="ru-RU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7347AC2-A3E3-BE4C-C7B1-C918D496A988}"/>
              </a:ext>
            </a:extLst>
          </p:cNvPr>
          <p:cNvCxnSpPr>
            <a:cxnSpLocks/>
          </p:cNvCxnSpPr>
          <p:nvPr/>
        </p:nvCxnSpPr>
        <p:spPr>
          <a:xfrm>
            <a:off x="801381" y="3714024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987C1E8-1E57-048A-4C21-7D4EC3D4F27B}"/>
              </a:ext>
            </a:extLst>
          </p:cNvPr>
          <p:cNvSpPr txBox="1"/>
          <p:nvPr/>
        </p:nvSpPr>
        <p:spPr>
          <a:xfrm>
            <a:off x="1793060" y="3543717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932026-D5C0-72E3-D336-1500F2B1CA49}"/>
              </a:ext>
            </a:extLst>
          </p:cNvPr>
          <p:cNvSpPr txBox="1"/>
          <p:nvPr/>
        </p:nvSpPr>
        <p:spPr>
          <a:xfrm>
            <a:off x="9455394" y="3113774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180EA-8F5E-2D19-19A4-B9E79AFB0FA9}"/>
              </a:ext>
            </a:extLst>
          </p:cNvPr>
          <p:cNvSpPr txBox="1"/>
          <p:nvPr/>
        </p:nvSpPr>
        <p:spPr>
          <a:xfrm>
            <a:off x="3041148" y="2317235"/>
            <a:ext cx="89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we_2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72A7BE-AB63-F7F8-5F08-BABDD7982387}"/>
              </a:ext>
            </a:extLst>
          </p:cNvPr>
          <p:cNvSpPr txBox="1"/>
          <p:nvPr/>
        </p:nvSpPr>
        <p:spPr>
          <a:xfrm>
            <a:off x="3041148" y="2915914"/>
            <a:ext cx="89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re_2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4EABE0-5CF2-5873-A455-6CFD36E53002}"/>
              </a:ext>
            </a:extLst>
          </p:cNvPr>
          <p:cNvSpPr txBox="1"/>
          <p:nvPr/>
        </p:nvSpPr>
        <p:spPr>
          <a:xfrm>
            <a:off x="3041148" y="3529358"/>
            <a:ext cx="143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data_bus_2</a:t>
            </a:r>
            <a:endParaRPr lang="ru-RU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18E6CD-9655-346A-CB78-9651030EFC53}"/>
              </a:ext>
            </a:extLst>
          </p:cNvPr>
          <p:cNvCxnSpPr>
            <a:cxnSpLocks/>
          </p:cNvCxnSpPr>
          <p:nvPr/>
        </p:nvCxnSpPr>
        <p:spPr>
          <a:xfrm>
            <a:off x="801381" y="2487221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8FF970-C1E5-1064-0344-9B9CA45490BB}"/>
              </a:ext>
            </a:extLst>
          </p:cNvPr>
          <p:cNvCxnSpPr>
            <a:cxnSpLocks/>
          </p:cNvCxnSpPr>
          <p:nvPr/>
        </p:nvCxnSpPr>
        <p:spPr>
          <a:xfrm>
            <a:off x="801381" y="2837858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46EEFCE-524C-3DC3-1E43-FAFF7366C944}"/>
              </a:ext>
            </a:extLst>
          </p:cNvPr>
          <p:cNvCxnSpPr>
            <a:cxnSpLocks/>
          </p:cNvCxnSpPr>
          <p:nvPr/>
        </p:nvCxnSpPr>
        <p:spPr>
          <a:xfrm>
            <a:off x="801381" y="3100580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93F0F01-B053-BCF0-4AF7-D83E0F00974C}"/>
              </a:ext>
            </a:extLst>
          </p:cNvPr>
          <p:cNvSpPr txBox="1"/>
          <p:nvPr/>
        </p:nvSpPr>
        <p:spPr>
          <a:xfrm>
            <a:off x="1793063" y="3294858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B2BEA1-4FA2-6F6C-38F6-D6AB4AB11149}"/>
                  </a:ext>
                </a:extLst>
              </p:cNvPr>
              <p:cNvSpPr txBox="1"/>
              <p:nvPr/>
            </p:nvSpPr>
            <p:spPr>
              <a:xfrm>
                <a:off x="2357060" y="5089353"/>
                <a:ext cx="22620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𝑅𝑒𝑠𝑒𝑡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B2BEA1-4FA2-6F6C-38F6-D6AB4AB11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060" y="5089353"/>
                <a:ext cx="226202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8E64B64-B072-424F-9066-E1EEFA6A389E}"/>
              </a:ext>
            </a:extLst>
          </p:cNvPr>
          <p:cNvCxnSpPr>
            <a:cxnSpLocks/>
          </p:cNvCxnSpPr>
          <p:nvPr/>
        </p:nvCxnSpPr>
        <p:spPr>
          <a:xfrm>
            <a:off x="801380" y="5257378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ACD2706-30C3-5010-038E-8B3C9966ECA7}"/>
              </a:ext>
            </a:extLst>
          </p:cNvPr>
          <p:cNvSpPr/>
          <p:nvPr/>
        </p:nvSpPr>
        <p:spPr>
          <a:xfrm>
            <a:off x="5208017" y="2936616"/>
            <a:ext cx="1775966" cy="674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14251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2F0AE-5FD8-6BD7-6B0C-AEA348514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E7DCE0-1548-538B-6B88-A6B9B5537212}"/>
              </a:ext>
            </a:extLst>
          </p:cNvPr>
          <p:cNvSpPr/>
          <p:nvPr/>
        </p:nvSpPr>
        <p:spPr>
          <a:xfrm>
            <a:off x="3041152" y="1058238"/>
            <a:ext cx="5661060" cy="47980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2CD26-052A-6E13-30C9-D07CE3909744}"/>
              </a:ext>
            </a:extLst>
          </p:cNvPr>
          <p:cNvSpPr txBox="1"/>
          <p:nvPr/>
        </p:nvSpPr>
        <p:spPr>
          <a:xfrm>
            <a:off x="5505579" y="476977"/>
            <a:ext cx="895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ALU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1FB736-BAD8-0594-4D26-BC817567A9ED}"/>
                  </a:ext>
                </a:extLst>
              </p:cNvPr>
              <p:cNvSpPr txBox="1"/>
              <p:nvPr/>
            </p:nvSpPr>
            <p:spPr>
              <a:xfrm>
                <a:off x="3121630" y="5430430"/>
                <a:ext cx="2262028" cy="375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Clk,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𝑅𝑒𝑠𝑒𝑡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𝐸𝑛𝑎𝑏𝑙𝑒</m:t>
                        </m:r>
                      </m:e>
                    </m:ac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1FB736-BAD8-0594-4D26-BC817567A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630" y="5430430"/>
                <a:ext cx="2262028" cy="375424"/>
              </a:xfrm>
              <a:prstGeom prst="rect">
                <a:avLst/>
              </a:prstGeom>
              <a:blipFill>
                <a:blip r:embed="rId2"/>
                <a:stretch>
                  <a:fillRect l="-2156" t="-6557" b="-278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5D0E2B7-943E-B1CC-BD21-C9A2ECA08BB5}"/>
              </a:ext>
            </a:extLst>
          </p:cNvPr>
          <p:cNvSpPr txBox="1"/>
          <p:nvPr/>
        </p:nvSpPr>
        <p:spPr>
          <a:xfrm>
            <a:off x="5068068" y="1106554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Generic: Width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906F5B-42AA-1DD9-01CA-BEA702641863}"/>
              </a:ext>
            </a:extLst>
          </p:cNvPr>
          <p:cNvSpPr txBox="1"/>
          <p:nvPr/>
        </p:nvSpPr>
        <p:spPr>
          <a:xfrm>
            <a:off x="3299167" y="2432856"/>
            <a:ext cx="89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arg_a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82EDE7-F55C-1EE8-1220-1E4CEE7B1816}"/>
              </a:ext>
            </a:extLst>
          </p:cNvPr>
          <p:cNvSpPr txBox="1"/>
          <p:nvPr/>
        </p:nvSpPr>
        <p:spPr>
          <a:xfrm>
            <a:off x="7785667" y="2863221"/>
            <a:ext cx="89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</a:t>
            </a:r>
            <a:endParaRPr lang="ru-RU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7CD2DB5-BA1D-D83E-AD63-E8577D91B01A}"/>
              </a:ext>
            </a:extLst>
          </p:cNvPr>
          <p:cNvCxnSpPr>
            <a:cxnSpLocks/>
          </p:cNvCxnSpPr>
          <p:nvPr/>
        </p:nvCxnSpPr>
        <p:spPr>
          <a:xfrm>
            <a:off x="1059399" y="2627821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61F624-0E07-AFCF-C4DF-EF7A98D23EA8}"/>
              </a:ext>
            </a:extLst>
          </p:cNvPr>
          <p:cNvCxnSpPr>
            <a:cxnSpLocks/>
          </p:cNvCxnSpPr>
          <p:nvPr/>
        </p:nvCxnSpPr>
        <p:spPr>
          <a:xfrm>
            <a:off x="801381" y="5615096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ACB23A-396C-EF31-124D-4B64D3C734ED}"/>
              </a:ext>
            </a:extLst>
          </p:cNvPr>
          <p:cNvCxnSpPr>
            <a:cxnSpLocks/>
          </p:cNvCxnSpPr>
          <p:nvPr/>
        </p:nvCxnSpPr>
        <p:spPr>
          <a:xfrm>
            <a:off x="8702212" y="3082733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6021EB-FBF5-4D08-8650-1BEFCA378F59}"/>
              </a:ext>
            </a:extLst>
          </p:cNvPr>
          <p:cNvSpPr txBox="1"/>
          <p:nvPr/>
        </p:nvSpPr>
        <p:spPr>
          <a:xfrm>
            <a:off x="1807309" y="2258489"/>
            <a:ext cx="114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WIDTH-1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0EB43-D3B1-0628-CCCB-D9019E0555B2}"/>
              </a:ext>
            </a:extLst>
          </p:cNvPr>
          <p:cNvSpPr txBox="1"/>
          <p:nvPr/>
        </p:nvSpPr>
        <p:spPr>
          <a:xfrm>
            <a:off x="9216258" y="2713401"/>
            <a:ext cx="174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2*WIDTH -1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849DE-030F-448B-3A3F-B0AA89BA0360}"/>
              </a:ext>
            </a:extLst>
          </p:cNvPr>
          <p:cNvSpPr txBox="1"/>
          <p:nvPr/>
        </p:nvSpPr>
        <p:spPr>
          <a:xfrm>
            <a:off x="3308276" y="2830700"/>
            <a:ext cx="89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arg_b</a:t>
            </a:r>
            <a:endParaRPr lang="ru-R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9F3DF3-2FE3-5C2A-9F24-DF3678F945D4}"/>
              </a:ext>
            </a:extLst>
          </p:cNvPr>
          <p:cNvCxnSpPr>
            <a:cxnSpLocks/>
          </p:cNvCxnSpPr>
          <p:nvPr/>
        </p:nvCxnSpPr>
        <p:spPr>
          <a:xfrm>
            <a:off x="1059399" y="3034839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122826C-5996-DE91-0B4C-7C6A0FA2E817}"/>
              </a:ext>
            </a:extLst>
          </p:cNvPr>
          <p:cNvSpPr txBox="1"/>
          <p:nvPr/>
        </p:nvSpPr>
        <p:spPr>
          <a:xfrm>
            <a:off x="1807309" y="2680415"/>
            <a:ext cx="114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WIDTH-1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D4C0AA-8271-A694-B952-B296B0361B1B}"/>
              </a:ext>
            </a:extLst>
          </p:cNvPr>
          <p:cNvSpPr txBox="1"/>
          <p:nvPr/>
        </p:nvSpPr>
        <p:spPr>
          <a:xfrm>
            <a:off x="3299167" y="3319080"/>
            <a:ext cx="89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AB51D1-F630-E8E5-F43F-4F364F419756}"/>
              </a:ext>
            </a:extLst>
          </p:cNvPr>
          <p:cNvSpPr txBox="1"/>
          <p:nvPr/>
        </p:nvSpPr>
        <p:spPr>
          <a:xfrm>
            <a:off x="1803098" y="3142782"/>
            <a:ext cx="114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ru-RU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B5882F-0A57-DCE0-7542-C2BE4B753B25}"/>
              </a:ext>
            </a:extLst>
          </p:cNvPr>
          <p:cNvCxnSpPr>
            <a:cxnSpLocks/>
          </p:cNvCxnSpPr>
          <p:nvPr/>
        </p:nvCxnSpPr>
        <p:spPr>
          <a:xfrm>
            <a:off x="1059399" y="3510156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02166F7-6AFB-70C6-C78F-46F0B9F6D64C}"/>
              </a:ext>
            </a:extLst>
          </p:cNvPr>
          <p:cNvSpPr txBox="1"/>
          <p:nvPr/>
        </p:nvSpPr>
        <p:spPr>
          <a:xfrm>
            <a:off x="2030892" y="3327448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81050B-B9AE-1D2A-50B2-E6561FC3589A}"/>
              </a:ext>
            </a:extLst>
          </p:cNvPr>
          <p:cNvSpPr txBox="1"/>
          <p:nvPr/>
        </p:nvSpPr>
        <p:spPr>
          <a:xfrm>
            <a:off x="2066003" y="2898067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675955-141F-A7B5-35BA-427DBF56EB52}"/>
              </a:ext>
            </a:extLst>
          </p:cNvPr>
          <p:cNvSpPr txBox="1"/>
          <p:nvPr/>
        </p:nvSpPr>
        <p:spPr>
          <a:xfrm>
            <a:off x="2101114" y="2468686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B52122-E4B2-BEB8-DC14-CEE9C0F1D86A}"/>
              </a:ext>
            </a:extLst>
          </p:cNvPr>
          <p:cNvSpPr txBox="1"/>
          <p:nvPr/>
        </p:nvSpPr>
        <p:spPr>
          <a:xfrm>
            <a:off x="9677047" y="2898067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988CB0-E810-6B8E-F173-B1E48ECE4D23}"/>
              </a:ext>
            </a:extLst>
          </p:cNvPr>
          <p:cNvSpPr txBox="1"/>
          <p:nvPr/>
        </p:nvSpPr>
        <p:spPr>
          <a:xfrm>
            <a:off x="7645313" y="3465521"/>
            <a:ext cx="117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zero_flag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8EB99D-00F3-34B9-4132-CC6E3E79627D}"/>
              </a:ext>
            </a:extLst>
          </p:cNvPr>
          <p:cNvSpPr txBox="1"/>
          <p:nvPr/>
        </p:nvSpPr>
        <p:spPr>
          <a:xfrm>
            <a:off x="7645313" y="3995111"/>
            <a:ext cx="117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sign_flag</a:t>
            </a:r>
            <a:endParaRPr lang="ru-RU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D97E2A-7B92-A186-FD5B-3596EA7AD093}"/>
              </a:ext>
            </a:extLst>
          </p:cNvPr>
          <p:cNvCxnSpPr>
            <a:cxnSpLocks/>
          </p:cNvCxnSpPr>
          <p:nvPr/>
        </p:nvCxnSpPr>
        <p:spPr>
          <a:xfrm>
            <a:off x="8702212" y="3650187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F35BB1-FF21-68AA-6695-0930801BAD23}"/>
              </a:ext>
            </a:extLst>
          </p:cNvPr>
          <p:cNvCxnSpPr>
            <a:cxnSpLocks/>
          </p:cNvCxnSpPr>
          <p:nvPr/>
        </p:nvCxnSpPr>
        <p:spPr>
          <a:xfrm>
            <a:off x="8702212" y="4179777"/>
            <a:ext cx="223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552C838-F9D6-7670-B9E5-6EFF03730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361783"/>
              </p:ext>
            </p:extLst>
          </p:nvPr>
        </p:nvGraphicFramePr>
        <p:xfrm>
          <a:off x="5126729" y="1449793"/>
          <a:ext cx="1558207" cy="402336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558207">
                  <a:extLst>
                    <a:ext uri="{9D8B030D-6E8A-4147-A177-3AD203B41FA5}">
                      <a16:colId xmlns:a16="http://schemas.microsoft.com/office/drawing/2014/main" val="1264742394"/>
                    </a:ext>
                  </a:extLst>
                </a:gridCol>
              </a:tblGrid>
              <a:tr h="3427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144006"/>
                  </a:ext>
                </a:extLst>
              </a:tr>
              <a:tr h="3427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801929"/>
                  </a:ext>
                </a:extLst>
              </a:tr>
              <a:tr h="3427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884544"/>
                  </a:ext>
                </a:extLst>
              </a:tr>
              <a:tr h="3427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694600"/>
                  </a:ext>
                </a:extLst>
              </a:tr>
              <a:tr h="3427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36530"/>
                  </a:ext>
                </a:extLst>
              </a:tr>
              <a:tr h="3427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999271"/>
                  </a:ext>
                </a:extLst>
              </a:tr>
              <a:tr h="3427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XOR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435274"/>
                  </a:ext>
                </a:extLst>
              </a:tr>
              <a:tr h="3427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SHL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209375"/>
                  </a:ext>
                </a:extLst>
              </a:tr>
              <a:tr h="3427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SHR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373982"/>
                  </a:ext>
                </a:extLst>
              </a:tr>
              <a:tr h="3427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CMP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560058"/>
                  </a:ext>
                </a:extLst>
              </a:tr>
              <a:tr h="3427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MOV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298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37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63E2A-D606-95AB-3A65-45515E75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761055-A3A2-CA7D-8898-A858613199BB}"/>
              </a:ext>
            </a:extLst>
          </p:cNvPr>
          <p:cNvSpPr/>
          <p:nvPr/>
        </p:nvSpPr>
        <p:spPr>
          <a:xfrm>
            <a:off x="1438275" y="1152525"/>
            <a:ext cx="7886700" cy="528637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CCC0D-FDE0-C8A9-B7FA-19EB07C40B28}"/>
              </a:ext>
            </a:extLst>
          </p:cNvPr>
          <p:cNvSpPr txBox="1"/>
          <p:nvPr/>
        </p:nvSpPr>
        <p:spPr>
          <a:xfrm>
            <a:off x="4239741" y="235859"/>
            <a:ext cx="2283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Hazard Unit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2416B25-AA43-C1CE-CB86-4E743571CF8B}"/>
                  </a:ext>
                </a:extLst>
              </p:cNvPr>
              <p:cNvSpPr txBox="1"/>
              <p:nvPr/>
            </p:nvSpPr>
            <p:spPr>
              <a:xfrm>
                <a:off x="1438275" y="6050002"/>
                <a:ext cx="2262028" cy="375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Clk,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𝑅𝑒𝑠𝑒𝑡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𝐸𝑛𝑎𝑏𝑙𝑒</m:t>
                        </m:r>
                      </m:e>
                    </m:ac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2416B25-AA43-C1CE-CB86-4E743571C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275" y="6050002"/>
                <a:ext cx="2262028" cy="375424"/>
              </a:xfrm>
              <a:prstGeom prst="rect">
                <a:avLst/>
              </a:prstGeom>
              <a:blipFill>
                <a:blip r:embed="rId2"/>
                <a:stretch>
                  <a:fillRect l="-2426" t="-4839" b="-258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58F2F62-42BF-25E1-8310-77DEAC2E8D9A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295275" y="6237714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E30E3ED-B773-8FBC-2780-A91A2FDB3EC1}"/>
              </a:ext>
            </a:extLst>
          </p:cNvPr>
          <p:cNvSpPr txBox="1"/>
          <p:nvPr/>
        </p:nvSpPr>
        <p:spPr>
          <a:xfrm>
            <a:off x="1438275" y="1320026"/>
            <a:ext cx="962025" cy="375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Instr_in</a:t>
            </a:r>
            <a:endParaRPr lang="ru-RU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145437C-80A0-B424-6262-ACBE23837A6C}"/>
              </a:ext>
            </a:extLst>
          </p:cNvPr>
          <p:cNvCxnSpPr>
            <a:cxnSpLocks/>
          </p:cNvCxnSpPr>
          <p:nvPr/>
        </p:nvCxnSpPr>
        <p:spPr>
          <a:xfrm>
            <a:off x="266700" y="1507738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2BAE1EC-6EF6-D21C-E4A9-9DDE58F88688}"/>
              </a:ext>
            </a:extLst>
          </p:cNvPr>
          <p:cNvSpPr txBox="1"/>
          <p:nvPr/>
        </p:nvSpPr>
        <p:spPr>
          <a:xfrm>
            <a:off x="1466850" y="1698238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Zero_flag</a:t>
            </a:r>
            <a:endParaRPr lang="ru-RU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65F255-D285-E2E0-AFD1-E8BB44BE5B1B}"/>
              </a:ext>
            </a:extLst>
          </p:cNvPr>
          <p:cNvSpPr txBox="1"/>
          <p:nvPr/>
        </p:nvSpPr>
        <p:spPr>
          <a:xfrm>
            <a:off x="1466850" y="2085975"/>
            <a:ext cx="127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Zero_flag2</a:t>
            </a:r>
            <a:endParaRPr lang="ru-RU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CE9286-B652-9453-CE68-55443B53085C}"/>
              </a:ext>
            </a:extLst>
          </p:cNvPr>
          <p:cNvCxnSpPr>
            <a:cxnSpLocks/>
          </p:cNvCxnSpPr>
          <p:nvPr/>
        </p:nvCxnSpPr>
        <p:spPr>
          <a:xfrm>
            <a:off x="266700" y="1888738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FA3B6A0-2E5C-A34E-FC6A-7CD560AFE214}"/>
              </a:ext>
            </a:extLst>
          </p:cNvPr>
          <p:cNvCxnSpPr>
            <a:cxnSpLocks/>
          </p:cNvCxnSpPr>
          <p:nvPr/>
        </p:nvCxnSpPr>
        <p:spPr>
          <a:xfrm>
            <a:off x="266700" y="2269738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D4F2407-A716-CE60-079D-D6B53C0374DC}"/>
              </a:ext>
            </a:extLst>
          </p:cNvPr>
          <p:cNvSpPr txBox="1"/>
          <p:nvPr/>
        </p:nvSpPr>
        <p:spPr>
          <a:xfrm>
            <a:off x="689808" y="1326118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327DEE-12B2-A83E-5E5D-21A321B63506}"/>
              </a:ext>
            </a:extLst>
          </p:cNvPr>
          <p:cNvSpPr txBox="1"/>
          <p:nvPr/>
        </p:nvSpPr>
        <p:spPr>
          <a:xfrm>
            <a:off x="194146" y="1116892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Instruction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7A96DD-2DE5-3179-89F7-34834A5E6251}"/>
              </a:ext>
            </a:extLst>
          </p:cNvPr>
          <p:cNvSpPr txBox="1"/>
          <p:nvPr/>
        </p:nvSpPr>
        <p:spPr>
          <a:xfrm>
            <a:off x="8191500" y="1294303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Instr_out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FCB2C5-FE9E-66EC-9B94-9B6AC1102823}"/>
              </a:ext>
            </a:extLst>
          </p:cNvPr>
          <p:cNvSpPr txBox="1"/>
          <p:nvPr/>
        </p:nvSpPr>
        <p:spPr>
          <a:xfrm>
            <a:off x="7829550" y="1737447"/>
            <a:ext cx="1495425" cy="290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effectLst/>
              </a:rPr>
              <a:t>instr_parallel</a:t>
            </a:r>
            <a:endParaRPr lang="en-US" b="0" dirty="0">
              <a:effectLst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268E19-EAAC-75E7-1686-B6EAB9BFBEC2}"/>
              </a:ext>
            </a:extLst>
          </p:cNvPr>
          <p:cNvSpPr txBox="1"/>
          <p:nvPr/>
        </p:nvSpPr>
        <p:spPr>
          <a:xfrm>
            <a:off x="7829551" y="2067570"/>
            <a:ext cx="1524000" cy="290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effectLst/>
              </a:rPr>
              <a:t>Prog_counter</a:t>
            </a:r>
            <a:endParaRPr lang="en-US" b="0" dirty="0">
              <a:effectLst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78C7590-8A81-F51C-DF1F-FEC4F17E659E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9324975" y="1478969"/>
            <a:ext cx="1133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6020F8D-CC55-D4C6-8797-6993E44DA73C}"/>
              </a:ext>
            </a:extLst>
          </p:cNvPr>
          <p:cNvCxnSpPr>
            <a:cxnSpLocks/>
          </p:cNvCxnSpPr>
          <p:nvPr/>
        </p:nvCxnSpPr>
        <p:spPr>
          <a:xfrm>
            <a:off x="9324975" y="1888738"/>
            <a:ext cx="1133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9FB938A-49BD-57DE-7795-923019303B26}"/>
              </a:ext>
            </a:extLst>
          </p:cNvPr>
          <p:cNvCxnSpPr>
            <a:cxnSpLocks/>
          </p:cNvCxnSpPr>
          <p:nvPr/>
        </p:nvCxnSpPr>
        <p:spPr>
          <a:xfrm>
            <a:off x="9324975" y="2193732"/>
            <a:ext cx="1133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D03A8E2-1819-0375-229C-8C4F7FD05D7A}"/>
              </a:ext>
            </a:extLst>
          </p:cNvPr>
          <p:cNvSpPr/>
          <p:nvPr/>
        </p:nvSpPr>
        <p:spPr>
          <a:xfrm>
            <a:off x="4203873" y="3999017"/>
            <a:ext cx="1744191" cy="14859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A624EC-FCB2-7835-1063-1879EAEF145E}"/>
              </a:ext>
            </a:extLst>
          </p:cNvPr>
          <p:cNvSpPr txBox="1"/>
          <p:nvPr/>
        </p:nvSpPr>
        <p:spPr>
          <a:xfrm>
            <a:off x="4585989" y="4449579"/>
            <a:ext cx="1304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F.S.M</a:t>
            </a:r>
            <a:endParaRPr lang="ru-RU" sz="32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90274A6-A28F-15C3-C0E5-194E198D5CC3}"/>
              </a:ext>
            </a:extLst>
          </p:cNvPr>
          <p:cNvSpPr/>
          <p:nvPr/>
        </p:nvSpPr>
        <p:spPr>
          <a:xfrm>
            <a:off x="4218458" y="1495659"/>
            <a:ext cx="1744191" cy="14859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472182-C5A5-223A-FA2E-00C57BF29FBE}"/>
              </a:ext>
            </a:extLst>
          </p:cNvPr>
          <p:cNvSpPr txBox="1"/>
          <p:nvPr/>
        </p:nvSpPr>
        <p:spPr>
          <a:xfrm>
            <a:off x="4266084" y="1568170"/>
            <a:ext cx="1744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Instruction Buffer</a:t>
            </a:r>
            <a:br>
              <a:rPr lang="en-US" sz="1600" dirty="0"/>
            </a:br>
            <a:r>
              <a:rPr lang="en-US" sz="1600" dirty="0"/>
              <a:t>Array</a:t>
            </a:r>
            <a:endParaRPr lang="ru-RU" sz="1600" dirty="0"/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97FFB15-14D4-2D55-3EAB-F1F70840E545}"/>
              </a:ext>
            </a:extLst>
          </p:cNvPr>
          <p:cNvCxnSpPr>
            <a:endCxn id="50" idx="1"/>
          </p:cNvCxnSpPr>
          <p:nvPr/>
        </p:nvCxnSpPr>
        <p:spPr>
          <a:xfrm>
            <a:off x="2400300" y="1507738"/>
            <a:ext cx="1805135" cy="68599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EDE58F0-BDFC-D243-D64D-58AA84183119}"/>
              </a:ext>
            </a:extLst>
          </p:cNvPr>
          <p:cNvCxnSpPr>
            <a:stCxn id="50" idx="2"/>
            <a:endCxn id="48" idx="0"/>
          </p:cNvCxnSpPr>
          <p:nvPr/>
        </p:nvCxnSpPr>
        <p:spPr>
          <a:xfrm flipH="1">
            <a:off x="5075969" y="2981559"/>
            <a:ext cx="14585" cy="1017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6D3B1E4D-8EA0-B498-0999-2EE7AAF0E3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53444" y="2333978"/>
            <a:ext cx="1816718" cy="1513358"/>
          </a:xfrm>
          <a:prstGeom prst="bentConnector3">
            <a:avLst/>
          </a:prstGeom>
          <a:ln cap="rnd" cmpd="sng">
            <a:solidFill>
              <a:schemeClr val="accent1"/>
            </a:solidFill>
            <a:prstDash val="solid"/>
            <a:bevel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AAD5459E-E982-DA49-8E3F-46E32A1D858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77865" y="2364922"/>
            <a:ext cx="1748801" cy="1562763"/>
          </a:xfrm>
          <a:prstGeom prst="bentConnector3">
            <a:avLst>
              <a:gd name="adj1" fmla="val 543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65DCEEB-9825-C0EC-A1B4-E7312A1F0DCB}"/>
              </a:ext>
            </a:extLst>
          </p:cNvPr>
          <p:cNvCxnSpPr>
            <a:cxnSpLocks/>
          </p:cNvCxnSpPr>
          <p:nvPr/>
        </p:nvCxnSpPr>
        <p:spPr>
          <a:xfrm flipV="1">
            <a:off x="2905123" y="1882903"/>
            <a:ext cx="0" cy="2993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0DE4DA3-B3A8-295E-FE00-C84C641A18DC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2600325" y="1882903"/>
            <a:ext cx="30479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EC13100-986D-E4CC-4284-D35CE37DDAB4}"/>
              </a:ext>
            </a:extLst>
          </p:cNvPr>
          <p:cNvCxnSpPr>
            <a:cxnSpLocks/>
          </p:cNvCxnSpPr>
          <p:nvPr/>
        </p:nvCxnSpPr>
        <p:spPr>
          <a:xfrm flipH="1">
            <a:off x="2569289" y="2271902"/>
            <a:ext cx="211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66DC67A-33B6-06AE-D184-2EDCB4B3E1B0}"/>
              </a:ext>
            </a:extLst>
          </p:cNvPr>
          <p:cNvCxnSpPr>
            <a:cxnSpLocks/>
          </p:cNvCxnSpPr>
          <p:nvPr/>
        </p:nvCxnSpPr>
        <p:spPr>
          <a:xfrm>
            <a:off x="5975671" y="2182296"/>
            <a:ext cx="7585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9B63EA0-209E-C2FC-57D6-C0718713228D}"/>
              </a:ext>
            </a:extLst>
          </p:cNvPr>
          <p:cNvCxnSpPr>
            <a:cxnSpLocks/>
          </p:cNvCxnSpPr>
          <p:nvPr/>
        </p:nvCxnSpPr>
        <p:spPr>
          <a:xfrm>
            <a:off x="5948064" y="2377533"/>
            <a:ext cx="9385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2C1E4A9-9EC3-F0C5-0E23-E01D729840FD}"/>
              </a:ext>
            </a:extLst>
          </p:cNvPr>
          <p:cNvCxnSpPr>
            <a:cxnSpLocks/>
          </p:cNvCxnSpPr>
          <p:nvPr/>
        </p:nvCxnSpPr>
        <p:spPr>
          <a:xfrm>
            <a:off x="5948064" y="4419600"/>
            <a:ext cx="11004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F7FFB98-E293-0ABB-0DA7-C20B81E4774D}"/>
              </a:ext>
            </a:extLst>
          </p:cNvPr>
          <p:cNvCxnSpPr>
            <a:cxnSpLocks/>
          </p:cNvCxnSpPr>
          <p:nvPr/>
        </p:nvCxnSpPr>
        <p:spPr>
          <a:xfrm>
            <a:off x="6734175" y="1478969"/>
            <a:ext cx="0" cy="703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CE8131C-B55E-3AC4-AFCD-9BF00EC998DD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721153" y="1478969"/>
            <a:ext cx="14703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47786A4-2A2A-E614-0B04-66331A5F1B00}"/>
              </a:ext>
            </a:extLst>
          </p:cNvPr>
          <p:cNvCxnSpPr>
            <a:cxnSpLocks/>
          </p:cNvCxnSpPr>
          <p:nvPr/>
        </p:nvCxnSpPr>
        <p:spPr>
          <a:xfrm flipV="1">
            <a:off x="6886575" y="1882903"/>
            <a:ext cx="0" cy="494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6F5FE1A-39E6-9CCC-2612-E15660EED9EA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6886575" y="1882904"/>
            <a:ext cx="9429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EACB1C28-279C-2B57-8AC2-817DA69B31BB}"/>
              </a:ext>
            </a:extLst>
          </p:cNvPr>
          <p:cNvCxnSpPr>
            <a:cxnSpLocks/>
          </p:cNvCxnSpPr>
          <p:nvPr/>
        </p:nvCxnSpPr>
        <p:spPr>
          <a:xfrm flipV="1">
            <a:off x="7048500" y="2182297"/>
            <a:ext cx="0" cy="22373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80035CA-5AE7-51C8-B5D1-C8436F8A6976}"/>
              </a:ext>
            </a:extLst>
          </p:cNvPr>
          <p:cNvCxnSpPr>
            <a:cxnSpLocks/>
          </p:cNvCxnSpPr>
          <p:nvPr/>
        </p:nvCxnSpPr>
        <p:spPr>
          <a:xfrm flipH="1">
            <a:off x="7048500" y="2182296"/>
            <a:ext cx="732306" cy="114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FEA1374-FD45-5D74-0D94-D4A51E177CEC}"/>
              </a:ext>
            </a:extLst>
          </p:cNvPr>
          <p:cNvSpPr/>
          <p:nvPr/>
        </p:nvSpPr>
        <p:spPr>
          <a:xfrm>
            <a:off x="9776659" y="4105288"/>
            <a:ext cx="2224841" cy="23336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ECCD8C2-1571-F089-587D-6AF26AD72A14}"/>
              </a:ext>
            </a:extLst>
          </p:cNvPr>
          <p:cNvSpPr txBox="1"/>
          <p:nvPr/>
        </p:nvSpPr>
        <p:spPr>
          <a:xfrm>
            <a:off x="9776659" y="4102505"/>
            <a:ext cx="215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Instruction Type</a:t>
            </a:r>
            <a:endParaRPr lang="ru-RU" sz="14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795D718-8204-7D4F-4F6B-848B3BEC4B1F}"/>
              </a:ext>
            </a:extLst>
          </p:cNvPr>
          <p:cNvSpPr txBox="1"/>
          <p:nvPr/>
        </p:nvSpPr>
        <p:spPr>
          <a:xfrm>
            <a:off x="9776659" y="4663379"/>
            <a:ext cx="792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opcode</a:t>
            </a:r>
            <a:endParaRPr lang="ru-RU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6FB6CBE-298A-DA7F-19F9-D9A42EBA1F22}"/>
              </a:ext>
            </a:extLst>
          </p:cNvPr>
          <p:cNvSpPr txBox="1"/>
          <p:nvPr/>
        </p:nvSpPr>
        <p:spPr>
          <a:xfrm>
            <a:off x="9776659" y="5029382"/>
            <a:ext cx="792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dest</a:t>
            </a:r>
            <a:endParaRPr lang="ru-RU" sz="14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33131ED-EFA1-60CB-0ECE-06AD35351709}"/>
              </a:ext>
            </a:extLst>
          </p:cNvPr>
          <p:cNvSpPr txBox="1"/>
          <p:nvPr/>
        </p:nvSpPr>
        <p:spPr>
          <a:xfrm>
            <a:off x="9763488" y="5390226"/>
            <a:ext cx="792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src1</a:t>
            </a:r>
            <a:endParaRPr lang="ru-RU" sz="14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B8DC06A-01E0-4AA1-DD10-6201505E1111}"/>
              </a:ext>
            </a:extLst>
          </p:cNvPr>
          <p:cNvSpPr txBox="1"/>
          <p:nvPr/>
        </p:nvSpPr>
        <p:spPr>
          <a:xfrm>
            <a:off x="9750317" y="5751070"/>
            <a:ext cx="792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src2</a:t>
            </a:r>
            <a:endParaRPr lang="ru-RU" sz="1400" dirty="0"/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E58D5E4-26DC-2B04-8C32-5CC93D4C779E}"/>
              </a:ext>
            </a:extLst>
          </p:cNvPr>
          <p:cNvCxnSpPr/>
          <p:nvPr/>
        </p:nvCxnSpPr>
        <p:spPr>
          <a:xfrm>
            <a:off x="10569104" y="4817267"/>
            <a:ext cx="6322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7BC37A3-EFF3-001A-046C-3A21FB1F46A8}"/>
              </a:ext>
            </a:extLst>
          </p:cNvPr>
          <p:cNvCxnSpPr/>
          <p:nvPr/>
        </p:nvCxnSpPr>
        <p:spPr>
          <a:xfrm>
            <a:off x="10560649" y="5185656"/>
            <a:ext cx="6322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E24E37A-8FDB-84F0-EBCB-406458BAA6B9}"/>
              </a:ext>
            </a:extLst>
          </p:cNvPr>
          <p:cNvCxnSpPr/>
          <p:nvPr/>
        </p:nvCxnSpPr>
        <p:spPr>
          <a:xfrm>
            <a:off x="10573160" y="5544678"/>
            <a:ext cx="6322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30E94F8-01B5-6973-3016-621AF760F706}"/>
              </a:ext>
            </a:extLst>
          </p:cNvPr>
          <p:cNvCxnSpPr/>
          <p:nvPr/>
        </p:nvCxnSpPr>
        <p:spPr>
          <a:xfrm>
            <a:off x="10571997" y="5904416"/>
            <a:ext cx="6322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6F26CCD-86A4-6FED-4996-CC9AA5148BC1}"/>
              </a:ext>
            </a:extLst>
          </p:cNvPr>
          <p:cNvSpPr/>
          <p:nvPr/>
        </p:nvSpPr>
        <p:spPr>
          <a:xfrm>
            <a:off x="4219344" y="2183431"/>
            <a:ext cx="1744191" cy="7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2156550-C7FE-2480-AF17-B1FA4864341A}"/>
              </a:ext>
            </a:extLst>
          </p:cNvPr>
          <p:cNvCxnSpPr>
            <a:cxnSpLocks/>
          </p:cNvCxnSpPr>
          <p:nvPr/>
        </p:nvCxnSpPr>
        <p:spPr>
          <a:xfrm>
            <a:off x="4218458" y="2748432"/>
            <a:ext cx="172960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FCFAB30-5B4F-6A02-9931-93EB41DAD4D6}"/>
              </a:ext>
            </a:extLst>
          </p:cNvPr>
          <p:cNvCxnSpPr>
            <a:cxnSpLocks/>
          </p:cNvCxnSpPr>
          <p:nvPr/>
        </p:nvCxnSpPr>
        <p:spPr>
          <a:xfrm>
            <a:off x="4218458" y="2474591"/>
            <a:ext cx="174419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E7468FC-821A-0D83-8073-F69E082D752A}"/>
              </a:ext>
            </a:extLst>
          </p:cNvPr>
          <p:cNvCxnSpPr>
            <a:cxnSpLocks/>
          </p:cNvCxnSpPr>
          <p:nvPr/>
        </p:nvCxnSpPr>
        <p:spPr>
          <a:xfrm>
            <a:off x="4239741" y="2182296"/>
            <a:ext cx="173593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0CDFA28E-6FEC-C791-E75C-FAD8D5468749}"/>
              </a:ext>
            </a:extLst>
          </p:cNvPr>
          <p:cNvSpPr txBox="1"/>
          <p:nvPr/>
        </p:nvSpPr>
        <p:spPr>
          <a:xfrm>
            <a:off x="10762468" y="4692021"/>
            <a:ext cx="296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/</a:t>
            </a:r>
            <a:endParaRPr lang="ru-RU" sz="12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961E82B-2FD6-1997-B4CD-EA1052CA75E6}"/>
              </a:ext>
            </a:extLst>
          </p:cNvPr>
          <p:cNvSpPr txBox="1"/>
          <p:nvPr/>
        </p:nvSpPr>
        <p:spPr>
          <a:xfrm>
            <a:off x="10762468" y="5036375"/>
            <a:ext cx="296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/</a:t>
            </a:r>
            <a:endParaRPr lang="ru-RU" sz="12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B8F6726-211D-BA66-CC13-E8ACC8A1AFAD}"/>
              </a:ext>
            </a:extLst>
          </p:cNvPr>
          <p:cNvSpPr txBox="1"/>
          <p:nvPr/>
        </p:nvSpPr>
        <p:spPr>
          <a:xfrm>
            <a:off x="10742005" y="5413363"/>
            <a:ext cx="296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/</a:t>
            </a:r>
            <a:endParaRPr lang="ru-RU" sz="12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D71AEAC-EF60-519C-A254-4A2AB447D893}"/>
              </a:ext>
            </a:extLst>
          </p:cNvPr>
          <p:cNvSpPr txBox="1"/>
          <p:nvPr/>
        </p:nvSpPr>
        <p:spPr>
          <a:xfrm>
            <a:off x="10736860" y="5775983"/>
            <a:ext cx="296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/</a:t>
            </a:r>
            <a:endParaRPr lang="ru-RU" sz="12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63716F8-93C3-7D39-F203-EB5FDF484DBF}"/>
              </a:ext>
            </a:extLst>
          </p:cNvPr>
          <p:cNvSpPr txBox="1"/>
          <p:nvPr/>
        </p:nvSpPr>
        <p:spPr>
          <a:xfrm>
            <a:off x="11201400" y="4710886"/>
            <a:ext cx="296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</a:t>
            </a:r>
            <a:endParaRPr lang="ru-RU" sz="12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5F7CA3-C528-E5CD-1DA6-136488AC70B4}"/>
              </a:ext>
            </a:extLst>
          </p:cNvPr>
          <p:cNvSpPr txBox="1"/>
          <p:nvPr/>
        </p:nvSpPr>
        <p:spPr>
          <a:xfrm>
            <a:off x="11191484" y="5044770"/>
            <a:ext cx="296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</a:t>
            </a:r>
            <a:endParaRPr lang="ru-RU" sz="12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8D056D5-88C0-C6C3-BF64-B35D5814841F}"/>
              </a:ext>
            </a:extLst>
          </p:cNvPr>
          <p:cNvSpPr txBox="1"/>
          <p:nvPr/>
        </p:nvSpPr>
        <p:spPr>
          <a:xfrm>
            <a:off x="11201400" y="5405620"/>
            <a:ext cx="296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</a:t>
            </a:r>
            <a:endParaRPr lang="ru-RU" sz="12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1C4C42E-65D4-27DB-0BFF-AB798C2B1BC4}"/>
              </a:ext>
            </a:extLst>
          </p:cNvPr>
          <p:cNvSpPr txBox="1"/>
          <p:nvPr/>
        </p:nvSpPr>
        <p:spPr>
          <a:xfrm>
            <a:off x="11208319" y="5775983"/>
            <a:ext cx="296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</a:t>
            </a:r>
            <a:endParaRPr lang="ru-RU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5157786-02FD-65C0-07B0-6558D47CAD1C}"/>
              </a:ext>
            </a:extLst>
          </p:cNvPr>
          <p:cNvSpPr txBox="1"/>
          <p:nvPr/>
        </p:nvSpPr>
        <p:spPr>
          <a:xfrm>
            <a:off x="9372601" y="1087169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WIDTH-1</a:t>
            </a:r>
            <a:endParaRPr lang="ru-RU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5B41179-87ED-41F0-6FBB-2E3B60B9887B}"/>
              </a:ext>
            </a:extLst>
          </p:cNvPr>
          <p:cNvSpPr txBox="1"/>
          <p:nvPr/>
        </p:nvSpPr>
        <p:spPr>
          <a:xfrm>
            <a:off x="9372601" y="1534301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WIDTH-1</a:t>
            </a:r>
            <a:endParaRPr lang="ru-RU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7968569-B489-82EE-9A96-C08F36E9EDEE}"/>
              </a:ext>
            </a:extLst>
          </p:cNvPr>
          <p:cNvSpPr txBox="1"/>
          <p:nvPr/>
        </p:nvSpPr>
        <p:spPr>
          <a:xfrm>
            <a:off x="9724270" y="1708462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52D943E-C2F6-6F7B-CD56-D27C39517CFE}"/>
              </a:ext>
            </a:extLst>
          </p:cNvPr>
          <p:cNvSpPr txBox="1"/>
          <p:nvPr/>
        </p:nvSpPr>
        <p:spPr>
          <a:xfrm>
            <a:off x="9761617" y="1318912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141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D3D2C-0483-80FA-6E0B-FD0429AE6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7E117B-9549-1C5F-F839-37834524BF91}"/>
              </a:ext>
            </a:extLst>
          </p:cNvPr>
          <p:cNvSpPr/>
          <p:nvPr/>
        </p:nvSpPr>
        <p:spPr>
          <a:xfrm>
            <a:off x="1159730" y="505553"/>
            <a:ext cx="9506139" cy="59842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DC90A-3CC3-BBC7-DD13-22A256DC3329}"/>
              </a:ext>
            </a:extLst>
          </p:cNvPr>
          <p:cNvSpPr txBox="1"/>
          <p:nvPr/>
        </p:nvSpPr>
        <p:spPr>
          <a:xfrm>
            <a:off x="4731819" y="0"/>
            <a:ext cx="2728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Control Unit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D3CCCF-8CA2-C660-9141-F3F0BB9EFD20}"/>
                  </a:ext>
                </a:extLst>
              </p:cNvPr>
              <p:cNvSpPr txBox="1"/>
              <p:nvPr/>
            </p:nvSpPr>
            <p:spPr>
              <a:xfrm>
                <a:off x="1423764" y="6141726"/>
                <a:ext cx="2262028" cy="281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Clk,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𝑅𝑒𝑠𝑒𝑡</m:t>
                        </m:r>
                      </m:e>
                    </m:acc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𝐸𝑛𝑎𝑏𝑙𝑒</m:t>
                        </m:r>
                      </m:e>
                    </m:acc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D3CCCF-8CA2-C660-9141-F3F0BB9EF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764" y="6141726"/>
                <a:ext cx="2262028" cy="281103"/>
              </a:xfrm>
              <a:prstGeom prst="rect">
                <a:avLst/>
              </a:prstGeom>
              <a:blipFill>
                <a:blip r:embed="rId2"/>
                <a:stretch>
                  <a:fillRect l="-270" b="-1739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ED70AB-B1BD-81B9-4EBE-9EA45B8E8ECD}"/>
              </a:ext>
            </a:extLst>
          </p:cNvPr>
          <p:cNvCxnSpPr>
            <a:cxnSpLocks/>
          </p:cNvCxnSpPr>
          <p:nvPr/>
        </p:nvCxnSpPr>
        <p:spPr>
          <a:xfrm>
            <a:off x="145296" y="6282278"/>
            <a:ext cx="12784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7CFA9D5-144F-4075-2E6B-1D54FEA752F8}"/>
              </a:ext>
            </a:extLst>
          </p:cNvPr>
          <p:cNvSpPr txBox="1"/>
          <p:nvPr/>
        </p:nvSpPr>
        <p:spPr>
          <a:xfrm>
            <a:off x="300670" y="453075"/>
            <a:ext cx="76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Inst_we</a:t>
            </a:r>
            <a:endParaRPr lang="ru-RU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AE3C2A-9E71-688F-5E34-1C1F2DE1DA64}"/>
              </a:ext>
            </a:extLst>
          </p:cNvPr>
          <p:cNvSpPr txBox="1"/>
          <p:nvPr/>
        </p:nvSpPr>
        <p:spPr>
          <a:xfrm>
            <a:off x="300670" y="654331"/>
            <a:ext cx="76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Inst_re</a:t>
            </a:r>
            <a:endParaRPr lang="ru-RU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88B443-8C0F-43A3-5B03-33F69B192B1D}"/>
              </a:ext>
            </a:extLst>
          </p:cNvPr>
          <p:cNvSpPr txBox="1"/>
          <p:nvPr/>
        </p:nvSpPr>
        <p:spPr>
          <a:xfrm>
            <a:off x="414481" y="886909"/>
            <a:ext cx="76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Inst</a:t>
            </a:r>
            <a:endParaRPr lang="ru-RU" sz="120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66320EA-EB5C-9B7A-E1C2-39C8E7E78E77}"/>
              </a:ext>
            </a:extLst>
          </p:cNvPr>
          <p:cNvCxnSpPr>
            <a:cxnSpLocks/>
          </p:cNvCxnSpPr>
          <p:nvPr/>
        </p:nvCxnSpPr>
        <p:spPr>
          <a:xfrm>
            <a:off x="52829" y="1102424"/>
            <a:ext cx="1769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8DBEDB6-3C63-7446-9CA6-F20D7A02EDAF}"/>
              </a:ext>
            </a:extLst>
          </p:cNvPr>
          <p:cNvCxnSpPr>
            <a:cxnSpLocks/>
          </p:cNvCxnSpPr>
          <p:nvPr/>
        </p:nvCxnSpPr>
        <p:spPr>
          <a:xfrm flipV="1">
            <a:off x="52830" y="874435"/>
            <a:ext cx="1769620" cy="10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8DC25CD-09B6-16C0-427D-1B51EBB12D7E}"/>
              </a:ext>
            </a:extLst>
          </p:cNvPr>
          <p:cNvCxnSpPr>
            <a:cxnSpLocks/>
          </p:cNvCxnSpPr>
          <p:nvPr/>
        </p:nvCxnSpPr>
        <p:spPr>
          <a:xfrm>
            <a:off x="52830" y="670870"/>
            <a:ext cx="17696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97787202-33D5-443D-427A-2593FB5F244C}"/>
              </a:ext>
            </a:extLst>
          </p:cNvPr>
          <p:cNvSpPr/>
          <p:nvPr/>
        </p:nvSpPr>
        <p:spPr>
          <a:xfrm>
            <a:off x="1826405" y="497978"/>
            <a:ext cx="2385060" cy="899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Inst_register</a:t>
            </a:r>
            <a:r>
              <a:rPr lang="en-US" dirty="0"/>
              <a:t> : register</a:t>
            </a:r>
            <a:endParaRPr lang="en-IL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A038F62-685C-29F5-FAFD-C1363682A73F}"/>
              </a:ext>
            </a:extLst>
          </p:cNvPr>
          <p:cNvCxnSpPr>
            <a:cxnSpLocks/>
          </p:cNvCxnSpPr>
          <p:nvPr/>
        </p:nvCxnSpPr>
        <p:spPr>
          <a:xfrm>
            <a:off x="7353154" y="961091"/>
            <a:ext cx="7342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B95727-031F-96C6-769E-71C1A646D432}"/>
              </a:ext>
            </a:extLst>
          </p:cNvPr>
          <p:cNvSpPr txBox="1"/>
          <p:nvPr/>
        </p:nvSpPr>
        <p:spPr>
          <a:xfrm>
            <a:off x="4133120" y="670870"/>
            <a:ext cx="1512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Inst_reg_out</a:t>
            </a:r>
            <a:r>
              <a:rPr lang="en-US" sz="1200" dirty="0"/>
              <a:t>    16</a:t>
            </a:r>
            <a:endParaRPr lang="ru-RU" sz="1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D062DF-E1A2-F939-6A3F-C888E3D22A60}"/>
              </a:ext>
            </a:extLst>
          </p:cNvPr>
          <p:cNvSpPr txBox="1"/>
          <p:nvPr/>
        </p:nvSpPr>
        <p:spPr>
          <a:xfrm>
            <a:off x="4975688" y="624703"/>
            <a:ext cx="29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endParaRPr lang="ru-RU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04AC1DE-FF89-8ECE-8C0A-4DAA387304D3}"/>
              </a:ext>
            </a:extLst>
          </p:cNvPr>
          <p:cNvCxnSpPr/>
          <p:nvPr/>
        </p:nvCxnSpPr>
        <p:spPr>
          <a:xfrm>
            <a:off x="4211465" y="963279"/>
            <a:ext cx="1619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D1AC7DDA-5C86-B64B-9E24-72B3F669D0A9}"/>
              </a:ext>
            </a:extLst>
          </p:cNvPr>
          <p:cNvCxnSpPr>
            <a:cxnSpLocks/>
          </p:cNvCxnSpPr>
          <p:nvPr/>
        </p:nvCxnSpPr>
        <p:spPr>
          <a:xfrm flipH="1">
            <a:off x="3274718" y="962107"/>
            <a:ext cx="935221" cy="895051"/>
          </a:xfrm>
          <a:prstGeom prst="bentConnector4">
            <a:avLst>
              <a:gd name="adj1" fmla="val -22406"/>
              <a:gd name="adj2" fmla="val 751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1FC56CA8-D7E5-7B5D-3922-000970869A0B}"/>
              </a:ext>
            </a:extLst>
          </p:cNvPr>
          <p:cNvCxnSpPr>
            <a:cxnSpLocks/>
            <a:endCxn id="85" idx="0"/>
          </p:cNvCxnSpPr>
          <p:nvPr/>
        </p:nvCxnSpPr>
        <p:spPr>
          <a:xfrm rot="5400000">
            <a:off x="4219536" y="1376166"/>
            <a:ext cx="881827" cy="516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0F92F240-753F-1FE5-4929-1D9C062784CE}"/>
              </a:ext>
            </a:extLst>
          </p:cNvPr>
          <p:cNvCxnSpPr>
            <a:cxnSpLocks/>
            <a:stCxn id="69" idx="2"/>
            <a:endCxn id="88" idx="0"/>
          </p:cNvCxnSpPr>
          <p:nvPr/>
        </p:nvCxnSpPr>
        <p:spPr>
          <a:xfrm rot="16200000" flipH="1">
            <a:off x="5134229" y="983886"/>
            <a:ext cx="848885" cy="8691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4AA63240-DEDC-1DC4-83A2-D1AE1BC9D834}"/>
              </a:ext>
            </a:extLst>
          </p:cNvPr>
          <p:cNvCxnSpPr>
            <a:cxnSpLocks/>
            <a:endCxn id="90" idx="0"/>
          </p:cNvCxnSpPr>
          <p:nvPr/>
        </p:nvCxnSpPr>
        <p:spPr>
          <a:xfrm>
            <a:off x="5823167" y="961091"/>
            <a:ext cx="1529987" cy="8818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18574737-DA70-BF13-4CE7-A336653FC96D}"/>
              </a:ext>
            </a:extLst>
          </p:cNvPr>
          <p:cNvSpPr/>
          <p:nvPr/>
        </p:nvSpPr>
        <p:spPr>
          <a:xfrm>
            <a:off x="2613503" y="1842920"/>
            <a:ext cx="1325482" cy="281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Target_shift_reg</a:t>
            </a:r>
            <a:endParaRPr lang="en-IL" sz="12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05F1831-F8D2-2E9D-5E57-D6ECBF3EC77E}"/>
              </a:ext>
            </a:extLst>
          </p:cNvPr>
          <p:cNvSpPr/>
          <p:nvPr/>
        </p:nvSpPr>
        <p:spPr>
          <a:xfrm>
            <a:off x="3970629" y="1842920"/>
            <a:ext cx="1327960" cy="282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addr_shift_reg</a:t>
            </a:r>
            <a:endParaRPr lang="en-IL" sz="12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AD535A8-D90D-BB06-59BB-D29093699553}"/>
              </a:ext>
            </a:extLst>
          </p:cNvPr>
          <p:cNvSpPr/>
          <p:nvPr/>
        </p:nvSpPr>
        <p:spPr>
          <a:xfrm>
            <a:off x="5330521" y="1842920"/>
            <a:ext cx="1325482" cy="281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opc_shift_reg</a:t>
            </a:r>
            <a:endParaRPr lang="en-IL" sz="12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C2F0588-9FFC-60AF-6417-1875387FF2DA}"/>
              </a:ext>
            </a:extLst>
          </p:cNvPr>
          <p:cNvSpPr/>
          <p:nvPr/>
        </p:nvSpPr>
        <p:spPr>
          <a:xfrm>
            <a:off x="6690413" y="1842920"/>
            <a:ext cx="1325482" cy="281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OP1 | OP 2</a:t>
            </a:r>
            <a:endParaRPr lang="en-IL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967C6AF-AC50-A24A-34BE-6BDB034798FF}"/>
              </a:ext>
            </a:extLst>
          </p:cNvPr>
          <p:cNvSpPr txBox="1"/>
          <p:nvPr/>
        </p:nvSpPr>
        <p:spPr>
          <a:xfrm>
            <a:off x="3675220" y="1452611"/>
            <a:ext cx="296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/</a:t>
            </a:r>
            <a:endParaRPr lang="ru-RU" sz="16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29964DE-052B-F458-2E25-DE4C4945A52D}"/>
              </a:ext>
            </a:extLst>
          </p:cNvPr>
          <p:cNvSpPr txBox="1"/>
          <p:nvPr/>
        </p:nvSpPr>
        <p:spPr>
          <a:xfrm>
            <a:off x="4557061" y="1025408"/>
            <a:ext cx="296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/</a:t>
            </a:r>
            <a:endParaRPr lang="ru-RU" sz="16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CD963CD-9383-2CAA-6143-D60B2AA4C07B}"/>
              </a:ext>
            </a:extLst>
          </p:cNvPr>
          <p:cNvSpPr txBox="1"/>
          <p:nvPr/>
        </p:nvSpPr>
        <p:spPr>
          <a:xfrm>
            <a:off x="5521809" y="1262161"/>
            <a:ext cx="296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/</a:t>
            </a:r>
            <a:endParaRPr lang="ru-RU" sz="16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22DE69B-B47F-63F3-323F-B94E0BA547F6}"/>
              </a:ext>
            </a:extLst>
          </p:cNvPr>
          <p:cNvSpPr txBox="1"/>
          <p:nvPr/>
        </p:nvSpPr>
        <p:spPr>
          <a:xfrm>
            <a:off x="6740567" y="792830"/>
            <a:ext cx="296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/</a:t>
            </a:r>
            <a:endParaRPr lang="ru-RU" sz="16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89897D8-5D5F-3B3D-B32F-E1C6A422DE5A}"/>
              </a:ext>
            </a:extLst>
          </p:cNvPr>
          <p:cNvSpPr txBox="1"/>
          <p:nvPr/>
        </p:nvSpPr>
        <p:spPr>
          <a:xfrm>
            <a:off x="3426223" y="1627476"/>
            <a:ext cx="7261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11 </a:t>
            </a:r>
            <a:r>
              <a:rPr lang="en-US" sz="800" dirty="0" err="1"/>
              <a:t>downto</a:t>
            </a:r>
            <a:r>
              <a:rPr lang="en-US" sz="800" dirty="0"/>
              <a:t> 7</a:t>
            </a:r>
            <a:endParaRPr lang="ru-RU" sz="8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F597AD-1591-9B7F-124C-AB9B4B4B9C78}"/>
              </a:ext>
            </a:extLst>
          </p:cNvPr>
          <p:cNvSpPr txBox="1"/>
          <p:nvPr/>
        </p:nvSpPr>
        <p:spPr>
          <a:xfrm>
            <a:off x="4364212" y="1217295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7 </a:t>
            </a:r>
            <a:r>
              <a:rPr lang="en-US" sz="800" dirty="0" err="1"/>
              <a:t>downto</a:t>
            </a:r>
            <a:r>
              <a:rPr lang="en-US" sz="800" dirty="0"/>
              <a:t> 0</a:t>
            </a:r>
            <a:endParaRPr lang="ru-RU" sz="8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E59B2C1-0F41-D258-0E4A-792ED5012D36}"/>
              </a:ext>
            </a:extLst>
          </p:cNvPr>
          <p:cNvSpPr txBox="1"/>
          <p:nvPr/>
        </p:nvSpPr>
        <p:spPr>
          <a:xfrm>
            <a:off x="5283577" y="1188772"/>
            <a:ext cx="7840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15 </a:t>
            </a:r>
            <a:r>
              <a:rPr lang="en-US" sz="800" dirty="0" err="1"/>
              <a:t>downto</a:t>
            </a:r>
            <a:r>
              <a:rPr lang="en-US" sz="800" dirty="0"/>
              <a:t> 12</a:t>
            </a:r>
            <a:endParaRPr lang="ru-RU" sz="8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F630C5D-0CAF-3D14-9CB8-AA6C7D16FC6C}"/>
              </a:ext>
            </a:extLst>
          </p:cNvPr>
          <p:cNvSpPr txBox="1"/>
          <p:nvPr/>
        </p:nvSpPr>
        <p:spPr>
          <a:xfrm>
            <a:off x="6546853" y="715886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7 </a:t>
            </a:r>
            <a:r>
              <a:rPr lang="en-US" sz="800" dirty="0" err="1"/>
              <a:t>downto</a:t>
            </a:r>
            <a:r>
              <a:rPr lang="en-US" sz="800" dirty="0"/>
              <a:t> 0</a:t>
            </a:r>
            <a:endParaRPr lang="ru-RU" sz="80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2447D3B-A2C4-44B9-EB63-0811361F82B6}"/>
              </a:ext>
            </a:extLst>
          </p:cNvPr>
          <p:cNvSpPr/>
          <p:nvPr/>
        </p:nvSpPr>
        <p:spPr>
          <a:xfrm>
            <a:off x="8100458" y="823608"/>
            <a:ext cx="2470201" cy="899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Inst_decoder</a:t>
            </a:r>
            <a:r>
              <a:rPr lang="en-US" dirty="0"/>
              <a:t> : decoder</a:t>
            </a:r>
            <a:endParaRPr lang="en-IL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7066C47-BB27-CC6F-EEFF-1EF99587E55F}"/>
              </a:ext>
            </a:extLst>
          </p:cNvPr>
          <p:cNvSpPr txBox="1"/>
          <p:nvPr/>
        </p:nvSpPr>
        <p:spPr>
          <a:xfrm>
            <a:off x="7392650" y="718951"/>
            <a:ext cx="7840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15 </a:t>
            </a:r>
            <a:r>
              <a:rPr lang="en-US" sz="800" dirty="0" err="1"/>
              <a:t>downto</a:t>
            </a:r>
            <a:r>
              <a:rPr lang="en-US" sz="800" dirty="0"/>
              <a:t> 12</a:t>
            </a:r>
            <a:endParaRPr lang="ru-RU" sz="8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808A5DA-EBC2-14A3-A05D-719ABE2F5A06}"/>
              </a:ext>
            </a:extLst>
          </p:cNvPr>
          <p:cNvSpPr txBox="1"/>
          <p:nvPr/>
        </p:nvSpPr>
        <p:spPr>
          <a:xfrm>
            <a:off x="7684394" y="792830"/>
            <a:ext cx="296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/</a:t>
            </a:r>
            <a:endParaRPr lang="ru-RU" sz="16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9AE1613-EF09-C5E7-3018-FBA2C8AA4B7C}"/>
              </a:ext>
            </a:extLst>
          </p:cNvPr>
          <p:cNvSpPr txBox="1"/>
          <p:nvPr/>
        </p:nvSpPr>
        <p:spPr>
          <a:xfrm>
            <a:off x="10816329" y="1931733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reg2_re</a:t>
            </a:r>
            <a:endParaRPr lang="ru-RU" sz="8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EEC913A-CC4F-5A31-845F-C5E87358CAE6}"/>
              </a:ext>
            </a:extLst>
          </p:cNvPr>
          <p:cNvSpPr txBox="1"/>
          <p:nvPr/>
        </p:nvSpPr>
        <p:spPr>
          <a:xfrm>
            <a:off x="10816329" y="1804033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reg1_re</a:t>
            </a:r>
            <a:endParaRPr lang="ru-RU" sz="8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DF93CB5-669F-D52C-81F0-7DB750B02EFE}"/>
              </a:ext>
            </a:extLst>
          </p:cNvPr>
          <p:cNvSpPr txBox="1"/>
          <p:nvPr/>
        </p:nvSpPr>
        <p:spPr>
          <a:xfrm>
            <a:off x="10816329" y="2046294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reg3_re</a:t>
            </a:r>
            <a:endParaRPr lang="ru-RU" sz="8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4458A8E-72B9-4E43-C7F6-849F231E4689}"/>
              </a:ext>
            </a:extLst>
          </p:cNvPr>
          <p:cNvSpPr txBox="1"/>
          <p:nvPr/>
        </p:nvSpPr>
        <p:spPr>
          <a:xfrm>
            <a:off x="10816969" y="2165553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reg4_re</a:t>
            </a:r>
            <a:endParaRPr lang="ru-RU" sz="800" dirty="0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42FF023D-99BE-6241-F6BD-F5D7DBB9E5CF}"/>
              </a:ext>
            </a:extLst>
          </p:cNvPr>
          <p:cNvCxnSpPr>
            <a:cxnSpLocks/>
          </p:cNvCxnSpPr>
          <p:nvPr/>
        </p:nvCxnSpPr>
        <p:spPr>
          <a:xfrm>
            <a:off x="10560844" y="2334772"/>
            <a:ext cx="977081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47704F80-67FB-646F-AF3E-25A8E1DCCC78}"/>
              </a:ext>
            </a:extLst>
          </p:cNvPr>
          <p:cNvCxnSpPr>
            <a:cxnSpLocks/>
          </p:cNvCxnSpPr>
          <p:nvPr/>
        </p:nvCxnSpPr>
        <p:spPr>
          <a:xfrm>
            <a:off x="10553700" y="2212181"/>
            <a:ext cx="98422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00D804E0-3E3E-7E8C-1CE7-45FCEA014968}"/>
              </a:ext>
            </a:extLst>
          </p:cNvPr>
          <p:cNvCxnSpPr>
            <a:cxnSpLocks/>
          </p:cNvCxnSpPr>
          <p:nvPr/>
        </p:nvCxnSpPr>
        <p:spPr>
          <a:xfrm>
            <a:off x="10560844" y="2097881"/>
            <a:ext cx="977081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A854C2A2-A326-57D7-CEF2-2CD24D491EDB}"/>
              </a:ext>
            </a:extLst>
          </p:cNvPr>
          <p:cNvCxnSpPr>
            <a:cxnSpLocks/>
          </p:cNvCxnSpPr>
          <p:nvPr/>
        </p:nvCxnSpPr>
        <p:spPr>
          <a:xfrm>
            <a:off x="10556558" y="1983471"/>
            <a:ext cx="98136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694EAC9-44D6-F37D-04FF-3879A37BA60E}"/>
              </a:ext>
            </a:extLst>
          </p:cNvPr>
          <p:cNvSpPr/>
          <p:nvPr/>
        </p:nvSpPr>
        <p:spPr>
          <a:xfrm>
            <a:off x="9662706" y="1830220"/>
            <a:ext cx="893852" cy="684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And, Not, Or</a:t>
            </a:r>
            <a:br>
              <a:rPr lang="en-US" sz="800" dirty="0"/>
            </a:br>
            <a:r>
              <a:rPr lang="en-US" sz="800" dirty="0"/>
              <a:t>(some logic)</a:t>
            </a:r>
            <a:endParaRPr lang="en-IL" sz="800" dirty="0"/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BE85C1E2-033E-2E9A-5BF2-0C8EFA5C6F93}"/>
              </a:ext>
            </a:extLst>
          </p:cNvPr>
          <p:cNvCxnSpPr>
            <a:cxnSpLocks/>
          </p:cNvCxnSpPr>
          <p:nvPr/>
        </p:nvCxnSpPr>
        <p:spPr>
          <a:xfrm>
            <a:off x="9335558" y="1712878"/>
            <a:ext cx="318227" cy="3065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A121203B-E6E1-43F2-A885-3782B25BB14A}"/>
              </a:ext>
            </a:extLst>
          </p:cNvPr>
          <p:cNvCxnSpPr>
            <a:cxnSpLocks/>
          </p:cNvCxnSpPr>
          <p:nvPr/>
        </p:nvCxnSpPr>
        <p:spPr>
          <a:xfrm>
            <a:off x="9148722" y="1722288"/>
            <a:ext cx="505063" cy="4404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B5543C77-F1C3-2E02-0CF0-C479D1835E87}"/>
              </a:ext>
            </a:extLst>
          </p:cNvPr>
          <p:cNvCxnSpPr>
            <a:cxnSpLocks/>
          </p:cNvCxnSpPr>
          <p:nvPr/>
        </p:nvCxnSpPr>
        <p:spPr>
          <a:xfrm>
            <a:off x="9000490" y="1722288"/>
            <a:ext cx="656950" cy="5756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8D3D55AB-96FE-8602-C740-CF7BB595AA03}"/>
              </a:ext>
            </a:extLst>
          </p:cNvPr>
          <p:cNvCxnSpPr>
            <a:cxnSpLocks/>
          </p:cNvCxnSpPr>
          <p:nvPr/>
        </p:nvCxnSpPr>
        <p:spPr>
          <a:xfrm>
            <a:off x="8817614" y="1722288"/>
            <a:ext cx="839826" cy="6899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2FC04F53-9050-17B6-4DC5-71E06E588FB6}"/>
              </a:ext>
            </a:extLst>
          </p:cNvPr>
          <p:cNvSpPr txBox="1"/>
          <p:nvPr/>
        </p:nvSpPr>
        <p:spPr>
          <a:xfrm>
            <a:off x="8410511" y="1764389"/>
            <a:ext cx="9611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decoder_bus</a:t>
            </a:r>
            <a:r>
              <a:rPr lang="en-US" sz="800" dirty="0"/>
              <a:t>(0)</a:t>
            </a:r>
            <a:br>
              <a:rPr lang="en-US" sz="800" dirty="0"/>
            </a:br>
            <a:r>
              <a:rPr lang="en-US" sz="800" dirty="0" err="1"/>
              <a:t>decoder_bus</a:t>
            </a:r>
            <a:r>
              <a:rPr lang="en-US" sz="800" dirty="0"/>
              <a:t>(1)</a:t>
            </a:r>
            <a:endParaRPr lang="ru-RU" sz="800" dirty="0"/>
          </a:p>
          <a:p>
            <a:r>
              <a:rPr lang="en-US" sz="800" dirty="0" err="1"/>
              <a:t>decoder_bus</a:t>
            </a:r>
            <a:r>
              <a:rPr lang="en-US" sz="800" dirty="0"/>
              <a:t>(2)</a:t>
            </a:r>
            <a:endParaRPr lang="ru-RU" sz="800" dirty="0"/>
          </a:p>
          <a:p>
            <a:r>
              <a:rPr lang="en-US" sz="800" dirty="0" err="1"/>
              <a:t>decoder_bus</a:t>
            </a:r>
            <a:r>
              <a:rPr lang="en-US" sz="800" dirty="0"/>
              <a:t>(3)</a:t>
            </a:r>
            <a:endParaRPr lang="ru-RU" sz="800" dirty="0"/>
          </a:p>
          <a:p>
            <a:endParaRPr lang="ru-RU" sz="80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4A65080-0C05-8F96-16CE-45456C89BA25}"/>
              </a:ext>
            </a:extLst>
          </p:cNvPr>
          <p:cNvSpPr/>
          <p:nvPr/>
        </p:nvSpPr>
        <p:spPr>
          <a:xfrm>
            <a:off x="8763158" y="2784942"/>
            <a:ext cx="1799095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exec_decoder</a:t>
            </a:r>
            <a:r>
              <a:rPr lang="en-US" dirty="0"/>
              <a:t> : decoder</a:t>
            </a:r>
            <a:endParaRPr lang="en-IL" dirty="0"/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AF50A5B-C68F-7A97-6BE8-618558543CEB}"/>
              </a:ext>
            </a:extLst>
          </p:cNvPr>
          <p:cNvCxnSpPr>
            <a:cxnSpLocks/>
          </p:cNvCxnSpPr>
          <p:nvPr/>
        </p:nvCxnSpPr>
        <p:spPr>
          <a:xfrm>
            <a:off x="10560844" y="2456753"/>
            <a:ext cx="977081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DAA49CF-5A79-8A6F-F6CE-28EE72DDA53B}"/>
              </a:ext>
            </a:extLst>
          </p:cNvPr>
          <p:cNvSpPr txBox="1"/>
          <p:nvPr/>
        </p:nvSpPr>
        <p:spPr>
          <a:xfrm>
            <a:off x="10716236" y="2288555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main_mem_re</a:t>
            </a:r>
            <a:endParaRPr lang="ru-RU" sz="800" dirty="0"/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92BA9359-71A3-5220-BDE7-BAB8E062D683}"/>
              </a:ext>
            </a:extLst>
          </p:cNvPr>
          <p:cNvCxnSpPr>
            <a:cxnSpLocks/>
          </p:cNvCxnSpPr>
          <p:nvPr/>
        </p:nvCxnSpPr>
        <p:spPr>
          <a:xfrm>
            <a:off x="10154195" y="2514687"/>
            <a:ext cx="0" cy="270255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6C48B61B-D993-F6F4-E5B4-35C0B26F4942}"/>
              </a:ext>
            </a:extLst>
          </p:cNvPr>
          <p:cNvSpPr txBox="1"/>
          <p:nvPr/>
        </p:nvSpPr>
        <p:spPr>
          <a:xfrm>
            <a:off x="10091134" y="2519858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exec_sel</a:t>
            </a:r>
            <a:endParaRPr lang="en-US" sz="800" dirty="0"/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47603D54-FACE-11DA-37B9-97C5AD5EC1C4}"/>
              </a:ext>
            </a:extLst>
          </p:cNvPr>
          <p:cNvCxnSpPr>
            <a:cxnSpLocks/>
          </p:cNvCxnSpPr>
          <p:nvPr/>
        </p:nvCxnSpPr>
        <p:spPr>
          <a:xfrm>
            <a:off x="10570659" y="3148863"/>
            <a:ext cx="967266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70E351AF-F88E-3F81-1B3C-DCBF7A6CA0E6}"/>
              </a:ext>
            </a:extLst>
          </p:cNvPr>
          <p:cNvSpPr txBox="1"/>
          <p:nvPr/>
        </p:nvSpPr>
        <p:spPr>
          <a:xfrm>
            <a:off x="10811566" y="2973832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alu_en</a:t>
            </a:r>
            <a:endParaRPr lang="en-US" sz="800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BEB5DB0B-BA86-4D3B-1DF7-D86DEF90057A}"/>
              </a:ext>
            </a:extLst>
          </p:cNvPr>
          <p:cNvSpPr/>
          <p:nvPr/>
        </p:nvSpPr>
        <p:spPr>
          <a:xfrm>
            <a:off x="4276935" y="5518696"/>
            <a:ext cx="2122163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writeback_decoder</a:t>
            </a:r>
            <a:r>
              <a:rPr lang="en-US" dirty="0"/>
              <a:t> : decoder</a:t>
            </a:r>
            <a:endParaRPr lang="en-IL" dirty="0"/>
          </a:p>
        </p:txBody>
      </p: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F059557F-EE28-9E21-968D-36CBA19557C3}"/>
              </a:ext>
            </a:extLst>
          </p:cNvPr>
          <p:cNvCxnSpPr>
            <a:cxnSpLocks/>
            <a:stCxn id="84" idx="2"/>
            <a:endCxn id="211" idx="1"/>
          </p:cNvCxnSpPr>
          <p:nvPr/>
        </p:nvCxnSpPr>
        <p:spPr>
          <a:xfrm rot="16200000" flipH="1">
            <a:off x="1902281" y="3497985"/>
            <a:ext cx="3748616" cy="10006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C9DD212D-CDC8-C67A-1A32-1E3255144886}"/>
              </a:ext>
            </a:extLst>
          </p:cNvPr>
          <p:cNvCxnSpPr>
            <a:cxnSpLocks/>
          </p:cNvCxnSpPr>
          <p:nvPr/>
        </p:nvCxnSpPr>
        <p:spPr>
          <a:xfrm flipV="1">
            <a:off x="6405016" y="5979293"/>
            <a:ext cx="5009086" cy="924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4997531A-AB84-5202-1DCF-97530440D986}"/>
              </a:ext>
            </a:extLst>
          </p:cNvPr>
          <p:cNvCxnSpPr>
            <a:cxnSpLocks/>
          </p:cNvCxnSpPr>
          <p:nvPr/>
        </p:nvCxnSpPr>
        <p:spPr>
          <a:xfrm flipV="1">
            <a:off x="6405016" y="5856702"/>
            <a:ext cx="5009086" cy="3131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1E20E6E6-A608-24E1-1B71-A5B90A302D3D}"/>
              </a:ext>
            </a:extLst>
          </p:cNvPr>
          <p:cNvCxnSpPr>
            <a:cxnSpLocks/>
          </p:cNvCxnSpPr>
          <p:nvPr/>
        </p:nvCxnSpPr>
        <p:spPr>
          <a:xfrm flipV="1">
            <a:off x="6399098" y="5742402"/>
            <a:ext cx="5015004" cy="1788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AE84F293-824C-3BDC-D7D7-999EDA75A8D5}"/>
              </a:ext>
            </a:extLst>
          </p:cNvPr>
          <p:cNvCxnSpPr>
            <a:cxnSpLocks/>
          </p:cNvCxnSpPr>
          <p:nvPr/>
        </p:nvCxnSpPr>
        <p:spPr>
          <a:xfrm flipV="1">
            <a:off x="6399098" y="5627992"/>
            <a:ext cx="5015004" cy="256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F45239ED-DA10-0C99-1B5E-441B6A888A9D}"/>
              </a:ext>
            </a:extLst>
          </p:cNvPr>
          <p:cNvCxnSpPr>
            <a:cxnSpLocks/>
          </p:cNvCxnSpPr>
          <p:nvPr/>
        </p:nvCxnSpPr>
        <p:spPr>
          <a:xfrm>
            <a:off x="6405016" y="6095328"/>
            <a:ext cx="5009086" cy="594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7B5F14EE-1C42-0895-0B03-B875D27A551C}"/>
              </a:ext>
            </a:extLst>
          </p:cNvPr>
          <p:cNvSpPr txBox="1"/>
          <p:nvPr/>
        </p:nvSpPr>
        <p:spPr>
          <a:xfrm>
            <a:off x="10657291" y="5452960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reg1_we</a:t>
            </a:r>
            <a:endParaRPr lang="ru-RU" sz="8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70AA6EFF-69B6-8A58-6A79-FB08217EBE74}"/>
              </a:ext>
            </a:extLst>
          </p:cNvPr>
          <p:cNvSpPr txBox="1"/>
          <p:nvPr/>
        </p:nvSpPr>
        <p:spPr>
          <a:xfrm>
            <a:off x="10657291" y="5587865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reg2_we</a:t>
            </a:r>
            <a:endParaRPr lang="ru-RU" sz="8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505D8209-26F3-DD35-A11F-C3DC3F72114E}"/>
              </a:ext>
            </a:extLst>
          </p:cNvPr>
          <p:cNvSpPr txBox="1"/>
          <p:nvPr/>
        </p:nvSpPr>
        <p:spPr>
          <a:xfrm>
            <a:off x="10657291" y="5702250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reg3_we</a:t>
            </a:r>
            <a:endParaRPr lang="ru-RU" sz="8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8D561D18-E77A-EF11-2009-7436EEFF59C5}"/>
              </a:ext>
            </a:extLst>
          </p:cNvPr>
          <p:cNvSpPr txBox="1"/>
          <p:nvPr/>
        </p:nvSpPr>
        <p:spPr>
          <a:xfrm>
            <a:off x="10659217" y="5820087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reg4_we</a:t>
            </a:r>
            <a:endParaRPr lang="ru-RU" sz="800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6476A75-314E-CDA8-9BF0-387BAF70DF45}"/>
              </a:ext>
            </a:extLst>
          </p:cNvPr>
          <p:cNvSpPr txBox="1"/>
          <p:nvPr/>
        </p:nvSpPr>
        <p:spPr>
          <a:xfrm>
            <a:off x="10595378" y="5937128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main_mem_re</a:t>
            </a:r>
            <a:endParaRPr lang="ru-RU" sz="8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90ABA78A-7679-4AC0-CA9E-7C0D688A7E9C}"/>
              </a:ext>
            </a:extLst>
          </p:cNvPr>
          <p:cNvSpPr txBox="1"/>
          <p:nvPr/>
        </p:nvSpPr>
        <p:spPr>
          <a:xfrm>
            <a:off x="10657291" y="4602709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Input_data</a:t>
            </a:r>
            <a:endParaRPr lang="ru-RU" sz="8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B2F5D617-AE74-BA36-8021-36679C6F8F3F}"/>
              </a:ext>
            </a:extLst>
          </p:cNvPr>
          <p:cNvSpPr txBox="1"/>
          <p:nvPr/>
        </p:nvSpPr>
        <p:spPr>
          <a:xfrm>
            <a:off x="10695471" y="4717489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     op2</a:t>
            </a:r>
            <a:endParaRPr lang="ru-RU" sz="8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1B652D75-BEF6-6245-7692-2F10C9F45A25}"/>
              </a:ext>
            </a:extLst>
          </p:cNvPr>
          <p:cNvSpPr txBox="1"/>
          <p:nvPr/>
        </p:nvSpPr>
        <p:spPr>
          <a:xfrm>
            <a:off x="10696111" y="4836748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     op1</a:t>
            </a:r>
            <a:endParaRPr lang="ru-RU" sz="800" dirty="0"/>
          </a:p>
        </p:txBody>
      </p: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499D3E99-041D-5165-9BE9-B009D7D79D45}"/>
              </a:ext>
            </a:extLst>
          </p:cNvPr>
          <p:cNvCxnSpPr>
            <a:cxnSpLocks/>
          </p:cNvCxnSpPr>
          <p:nvPr/>
        </p:nvCxnSpPr>
        <p:spPr>
          <a:xfrm>
            <a:off x="10439986" y="5005967"/>
            <a:ext cx="977081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C214B34F-7E57-D571-E374-4F86B71DC2FD}"/>
              </a:ext>
            </a:extLst>
          </p:cNvPr>
          <p:cNvCxnSpPr>
            <a:cxnSpLocks/>
          </p:cNvCxnSpPr>
          <p:nvPr/>
        </p:nvCxnSpPr>
        <p:spPr>
          <a:xfrm>
            <a:off x="10432842" y="4883376"/>
            <a:ext cx="98422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7FB45BBB-ED22-8C67-62D4-8DEBDA09DDD3}"/>
              </a:ext>
            </a:extLst>
          </p:cNvPr>
          <p:cNvCxnSpPr>
            <a:cxnSpLocks/>
          </p:cNvCxnSpPr>
          <p:nvPr/>
        </p:nvCxnSpPr>
        <p:spPr>
          <a:xfrm>
            <a:off x="10439986" y="4769076"/>
            <a:ext cx="977081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831FC934-BBEA-CA3C-9105-4A8125718439}"/>
              </a:ext>
            </a:extLst>
          </p:cNvPr>
          <p:cNvCxnSpPr>
            <a:cxnSpLocks/>
          </p:cNvCxnSpPr>
          <p:nvPr/>
        </p:nvCxnSpPr>
        <p:spPr>
          <a:xfrm>
            <a:off x="10435700" y="4654666"/>
            <a:ext cx="98136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E137E5E6-3B59-1525-1F19-1354A796CFC7}"/>
              </a:ext>
            </a:extLst>
          </p:cNvPr>
          <p:cNvCxnSpPr>
            <a:cxnSpLocks/>
          </p:cNvCxnSpPr>
          <p:nvPr/>
        </p:nvCxnSpPr>
        <p:spPr>
          <a:xfrm>
            <a:off x="10439986" y="5127948"/>
            <a:ext cx="977081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01AEF2CA-F834-9151-E0A1-B276A55F1110}"/>
              </a:ext>
            </a:extLst>
          </p:cNvPr>
          <p:cNvSpPr txBox="1"/>
          <p:nvPr/>
        </p:nvSpPr>
        <p:spPr>
          <a:xfrm>
            <a:off x="10595378" y="4959750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         </a:t>
            </a:r>
            <a:r>
              <a:rPr lang="en-US" sz="800" dirty="0" err="1"/>
              <a:t>addr</a:t>
            </a:r>
            <a:endParaRPr lang="ru-RU" sz="800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438EC1EF-3D8C-6283-3850-F5AE47666121}"/>
              </a:ext>
            </a:extLst>
          </p:cNvPr>
          <p:cNvSpPr txBox="1"/>
          <p:nvPr/>
        </p:nvSpPr>
        <p:spPr>
          <a:xfrm>
            <a:off x="10697045" y="4491131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     </a:t>
            </a:r>
            <a:r>
              <a:rPr lang="en-US" sz="800" dirty="0" err="1"/>
              <a:t>opc</a:t>
            </a:r>
            <a:endParaRPr lang="ru-RU" sz="800" dirty="0"/>
          </a:p>
        </p:txBody>
      </p: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DE85AFFB-F51A-8756-1BFE-0AA99C57841A}"/>
              </a:ext>
            </a:extLst>
          </p:cNvPr>
          <p:cNvCxnSpPr>
            <a:cxnSpLocks/>
          </p:cNvCxnSpPr>
          <p:nvPr/>
        </p:nvCxnSpPr>
        <p:spPr>
          <a:xfrm>
            <a:off x="10439986" y="5244629"/>
            <a:ext cx="977081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02EF390D-183F-F167-251E-3DCED861F426}"/>
              </a:ext>
            </a:extLst>
          </p:cNvPr>
          <p:cNvSpPr txBox="1"/>
          <p:nvPr/>
        </p:nvSpPr>
        <p:spPr>
          <a:xfrm>
            <a:off x="10553700" y="5077189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         </a:t>
            </a:r>
            <a:r>
              <a:rPr lang="en-US" sz="800" dirty="0" err="1"/>
              <a:t>reg_sel</a:t>
            </a:r>
            <a:endParaRPr lang="ru-RU" sz="800" dirty="0"/>
          </a:p>
        </p:txBody>
      </p: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A0E91A78-F1DA-B873-DA40-8D697B5E8D70}"/>
              </a:ext>
            </a:extLst>
          </p:cNvPr>
          <p:cNvCxnSpPr>
            <a:cxnSpLocks/>
          </p:cNvCxnSpPr>
          <p:nvPr/>
        </p:nvCxnSpPr>
        <p:spPr>
          <a:xfrm>
            <a:off x="10439986" y="4539780"/>
            <a:ext cx="977081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1831B9D4-D18D-D0FB-EC5F-4A607CF8EB61}"/>
              </a:ext>
            </a:extLst>
          </p:cNvPr>
          <p:cNvSpPr txBox="1"/>
          <p:nvPr/>
        </p:nvSpPr>
        <p:spPr>
          <a:xfrm>
            <a:off x="10488257" y="4374247"/>
            <a:ext cx="961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     </a:t>
            </a:r>
            <a:r>
              <a:rPr lang="en-US" sz="800" dirty="0" err="1"/>
              <a:t>data_bus_sel</a:t>
            </a:r>
            <a:endParaRPr lang="ru-RU" sz="800" dirty="0"/>
          </a:p>
        </p:txBody>
      </p:sp>
      <p:cxnSp>
        <p:nvCxnSpPr>
          <p:cNvPr id="288" name="Connector: Elbow 287">
            <a:extLst>
              <a:ext uri="{FF2B5EF4-FFF2-40B4-BE49-F238E27FC236}">
                <a16:creationId xmlns:a16="http://schemas.microsoft.com/office/drawing/2014/main" id="{02303EB7-F437-F049-A8CE-0410AE796FD4}"/>
              </a:ext>
            </a:extLst>
          </p:cNvPr>
          <p:cNvCxnSpPr>
            <a:cxnSpLocks/>
          </p:cNvCxnSpPr>
          <p:nvPr/>
        </p:nvCxnSpPr>
        <p:spPr>
          <a:xfrm>
            <a:off x="8053480" y="2472275"/>
            <a:ext cx="2389679" cy="2067980"/>
          </a:xfrm>
          <a:prstGeom prst="bentConnector3">
            <a:avLst>
              <a:gd name="adj1" fmla="val -222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F7CAE554-7DD2-A856-6E51-C3FDFC2F748E}"/>
              </a:ext>
            </a:extLst>
          </p:cNvPr>
          <p:cNvCxnSpPr>
            <a:cxnSpLocks/>
          </p:cNvCxnSpPr>
          <p:nvPr/>
        </p:nvCxnSpPr>
        <p:spPr>
          <a:xfrm flipH="1">
            <a:off x="8039710" y="2472275"/>
            <a:ext cx="1622995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: Elbow 307">
            <a:extLst>
              <a:ext uri="{FF2B5EF4-FFF2-40B4-BE49-F238E27FC236}">
                <a16:creationId xmlns:a16="http://schemas.microsoft.com/office/drawing/2014/main" id="{D9AC0723-69E5-E2E7-6781-5F8F9B2565FE}"/>
              </a:ext>
            </a:extLst>
          </p:cNvPr>
          <p:cNvCxnSpPr>
            <a:cxnSpLocks/>
          </p:cNvCxnSpPr>
          <p:nvPr/>
        </p:nvCxnSpPr>
        <p:spPr>
          <a:xfrm>
            <a:off x="6059357" y="2140769"/>
            <a:ext cx="4382343" cy="2516263"/>
          </a:xfrm>
          <a:prstGeom prst="bentConnector3">
            <a:avLst>
              <a:gd name="adj1" fmla="val -77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: Elbow 310">
            <a:extLst>
              <a:ext uri="{FF2B5EF4-FFF2-40B4-BE49-F238E27FC236}">
                <a16:creationId xmlns:a16="http://schemas.microsoft.com/office/drawing/2014/main" id="{EC0AC8B1-6BF4-09A4-D35C-374281E42318}"/>
              </a:ext>
            </a:extLst>
          </p:cNvPr>
          <p:cNvCxnSpPr>
            <a:cxnSpLocks/>
          </p:cNvCxnSpPr>
          <p:nvPr/>
        </p:nvCxnSpPr>
        <p:spPr>
          <a:xfrm>
            <a:off x="4778649" y="2133570"/>
            <a:ext cx="5674318" cy="2635506"/>
          </a:xfrm>
          <a:prstGeom prst="bentConnector3">
            <a:avLst>
              <a:gd name="adj1" fmla="val -135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: Elbow 314">
            <a:extLst>
              <a:ext uri="{FF2B5EF4-FFF2-40B4-BE49-F238E27FC236}">
                <a16:creationId xmlns:a16="http://schemas.microsoft.com/office/drawing/2014/main" id="{D7FE6168-67A2-9A3D-4C3B-AB8E6A69213E}"/>
              </a:ext>
            </a:extLst>
          </p:cNvPr>
          <p:cNvCxnSpPr>
            <a:cxnSpLocks/>
          </p:cNvCxnSpPr>
          <p:nvPr/>
        </p:nvCxnSpPr>
        <p:spPr>
          <a:xfrm>
            <a:off x="7003576" y="2124933"/>
            <a:ext cx="3449110" cy="2758806"/>
          </a:xfrm>
          <a:prstGeom prst="bentConnector3">
            <a:avLst>
              <a:gd name="adj1" fmla="val 107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: Elbow 318">
            <a:extLst>
              <a:ext uri="{FF2B5EF4-FFF2-40B4-BE49-F238E27FC236}">
                <a16:creationId xmlns:a16="http://schemas.microsoft.com/office/drawing/2014/main" id="{3EC040B4-878D-9C2A-E9DE-360496ED5A28}"/>
              </a:ext>
            </a:extLst>
          </p:cNvPr>
          <p:cNvCxnSpPr>
            <a:cxnSpLocks/>
          </p:cNvCxnSpPr>
          <p:nvPr/>
        </p:nvCxnSpPr>
        <p:spPr>
          <a:xfrm>
            <a:off x="7118579" y="2124454"/>
            <a:ext cx="3333313" cy="2884078"/>
          </a:xfrm>
          <a:prstGeom prst="bentConnector3">
            <a:avLst>
              <a:gd name="adj1" fmla="val -483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: Elbow 321">
            <a:extLst>
              <a:ext uri="{FF2B5EF4-FFF2-40B4-BE49-F238E27FC236}">
                <a16:creationId xmlns:a16="http://schemas.microsoft.com/office/drawing/2014/main" id="{D03F1321-2B0C-E227-B27E-83B95377F736}"/>
              </a:ext>
            </a:extLst>
          </p:cNvPr>
          <p:cNvCxnSpPr>
            <a:cxnSpLocks/>
          </p:cNvCxnSpPr>
          <p:nvPr/>
        </p:nvCxnSpPr>
        <p:spPr>
          <a:xfrm>
            <a:off x="4954388" y="2130395"/>
            <a:ext cx="5486847" cy="2996797"/>
          </a:xfrm>
          <a:prstGeom prst="bentConnector3">
            <a:avLst>
              <a:gd name="adj1" fmla="val -112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: Elbow 326">
            <a:extLst>
              <a:ext uri="{FF2B5EF4-FFF2-40B4-BE49-F238E27FC236}">
                <a16:creationId xmlns:a16="http://schemas.microsoft.com/office/drawing/2014/main" id="{0509768E-C2FA-91C2-7154-B33BF93DF083}"/>
              </a:ext>
            </a:extLst>
          </p:cNvPr>
          <p:cNvCxnSpPr>
            <a:cxnSpLocks/>
          </p:cNvCxnSpPr>
          <p:nvPr/>
        </p:nvCxnSpPr>
        <p:spPr>
          <a:xfrm>
            <a:off x="3536950" y="2127197"/>
            <a:ext cx="6919448" cy="3118394"/>
          </a:xfrm>
          <a:prstGeom prst="bentConnector3">
            <a:avLst>
              <a:gd name="adj1" fmla="val 77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554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012C06FD-E39C-DA32-5EFF-7294BED345C6}"/>
              </a:ext>
            </a:extLst>
          </p:cNvPr>
          <p:cNvSpPr/>
          <p:nvPr/>
        </p:nvSpPr>
        <p:spPr>
          <a:xfrm>
            <a:off x="1342930" y="436851"/>
            <a:ext cx="10544270" cy="59842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AE35DF-8273-C671-E028-028317E38E5A}"/>
              </a:ext>
            </a:extLst>
          </p:cNvPr>
          <p:cNvSpPr txBox="1"/>
          <p:nvPr/>
        </p:nvSpPr>
        <p:spPr>
          <a:xfrm>
            <a:off x="5590692" y="-82296"/>
            <a:ext cx="1010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CPU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4D7A791-E377-5B77-CBC2-424FA18FCF2D}"/>
                  </a:ext>
                </a:extLst>
              </p:cNvPr>
              <p:cNvSpPr txBox="1"/>
              <p:nvPr/>
            </p:nvSpPr>
            <p:spPr>
              <a:xfrm>
                <a:off x="1496916" y="6140045"/>
                <a:ext cx="2262028" cy="281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Clk,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𝑅𝑒𝑠𝑒𝑡</m:t>
                        </m:r>
                      </m:e>
                    </m:acc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𝐸𝑛𝑎𝑏𝑙𝑒</m:t>
                        </m:r>
                      </m:e>
                    </m:acc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4D7A791-E377-5B77-CBC2-424FA18FC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916" y="6140045"/>
                <a:ext cx="2262028" cy="281103"/>
              </a:xfrm>
              <a:prstGeom prst="rect">
                <a:avLst/>
              </a:prstGeom>
              <a:blipFill>
                <a:blip r:embed="rId2"/>
                <a:stretch>
                  <a:fillRect l="-270" b="-1739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730A6A2-C647-2A00-2A6F-48FE55B44060}"/>
              </a:ext>
            </a:extLst>
          </p:cNvPr>
          <p:cNvCxnSpPr>
            <a:cxnSpLocks/>
          </p:cNvCxnSpPr>
          <p:nvPr/>
        </p:nvCxnSpPr>
        <p:spPr>
          <a:xfrm>
            <a:off x="218448" y="6280597"/>
            <a:ext cx="12784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862415C-29FF-CC1F-4816-253A655C08DE}"/>
              </a:ext>
            </a:extLst>
          </p:cNvPr>
          <p:cNvSpPr txBox="1"/>
          <p:nvPr/>
        </p:nvSpPr>
        <p:spPr>
          <a:xfrm>
            <a:off x="1496916" y="5894037"/>
            <a:ext cx="2262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Load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FA38DFC-8E95-5E04-5B86-790588484A06}"/>
              </a:ext>
            </a:extLst>
          </p:cNvPr>
          <p:cNvCxnSpPr>
            <a:cxnSpLocks/>
          </p:cNvCxnSpPr>
          <p:nvPr/>
        </p:nvCxnSpPr>
        <p:spPr>
          <a:xfrm>
            <a:off x="218448" y="6034589"/>
            <a:ext cx="12784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96D447CA-F327-0248-E9FF-BD1C38C3384B}"/>
              </a:ext>
            </a:extLst>
          </p:cNvPr>
          <p:cNvSpPr/>
          <p:nvPr/>
        </p:nvSpPr>
        <p:spPr>
          <a:xfrm>
            <a:off x="8149898" y="2110644"/>
            <a:ext cx="832057" cy="1033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ALU_1 : ALU</a:t>
            </a:r>
            <a:endParaRPr lang="en-IL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B48E60C-3392-3C85-0E90-D1111586775B}"/>
              </a:ext>
            </a:extLst>
          </p:cNvPr>
          <p:cNvSpPr/>
          <p:nvPr/>
        </p:nvSpPr>
        <p:spPr>
          <a:xfrm>
            <a:off x="8665144" y="1617591"/>
            <a:ext cx="740471" cy="1925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Reg_sel_1 : Mux</a:t>
            </a:r>
            <a:endParaRPr lang="en-IL" sz="8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81DA9EF-043C-4D13-23AD-A04A64C93E34}"/>
              </a:ext>
            </a:extLst>
          </p:cNvPr>
          <p:cNvSpPr/>
          <p:nvPr/>
        </p:nvSpPr>
        <p:spPr>
          <a:xfrm>
            <a:off x="8149896" y="4451924"/>
            <a:ext cx="1079257" cy="313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Data_bus_1 : Mux</a:t>
            </a:r>
            <a:endParaRPr lang="en-IL" sz="1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08D7947-AEC7-5E32-AF7E-FFFDFFD3B24F}"/>
              </a:ext>
            </a:extLst>
          </p:cNvPr>
          <p:cNvSpPr/>
          <p:nvPr/>
        </p:nvSpPr>
        <p:spPr>
          <a:xfrm>
            <a:off x="6771484" y="2110644"/>
            <a:ext cx="1010614" cy="313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Reg_Data_1: Mux</a:t>
            </a:r>
            <a:endParaRPr lang="en-IL" sz="12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85CE147-AB52-1D44-F08F-1396A2FE7868}"/>
              </a:ext>
            </a:extLst>
          </p:cNvPr>
          <p:cNvSpPr/>
          <p:nvPr/>
        </p:nvSpPr>
        <p:spPr>
          <a:xfrm>
            <a:off x="3226384" y="834973"/>
            <a:ext cx="1328928" cy="69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Inst_addr</a:t>
            </a:r>
            <a:r>
              <a:rPr lang="en-US" dirty="0"/>
              <a:t>: Mux</a:t>
            </a:r>
            <a:endParaRPr lang="en-IL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760D2B1-4F42-DC73-9C4A-763987BD7800}"/>
              </a:ext>
            </a:extLst>
          </p:cNvPr>
          <p:cNvSpPr/>
          <p:nvPr/>
        </p:nvSpPr>
        <p:spPr>
          <a:xfrm>
            <a:off x="1679472" y="834973"/>
            <a:ext cx="1328928" cy="48089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Inst_stack</a:t>
            </a:r>
            <a:r>
              <a:rPr lang="en-US" dirty="0"/>
              <a:t>: RAM</a:t>
            </a:r>
            <a:endParaRPr lang="en-IL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9A6BCF8-05D2-A27F-00F9-DCD13F0577BF}"/>
              </a:ext>
            </a:extLst>
          </p:cNvPr>
          <p:cNvSpPr/>
          <p:nvPr/>
        </p:nvSpPr>
        <p:spPr>
          <a:xfrm>
            <a:off x="10322548" y="835207"/>
            <a:ext cx="1427082" cy="48089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Main_mem</a:t>
            </a:r>
            <a:r>
              <a:rPr lang="en-US" dirty="0"/>
              <a:t>: RAM</a:t>
            </a:r>
            <a:endParaRPr lang="en-IL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EEE67D9-C2B1-64D1-3EB7-359EE5987E2E}"/>
              </a:ext>
            </a:extLst>
          </p:cNvPr>
          <p:cNvSpPr/>
          <p:nvPr/>
        </p:nvSpPr>
        <p:spPr>
          <a:xfrm>
            <a:off x="5151307" y="758961"/>
            <a:ext cx="1010614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Reg_1 : Register</a:t>
            </a:r>
            <a:endParaRPr lang="en-IL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D4F7796-B0D7-8952-AE43-1A9D06561AD0}"/>
              </a:ext>
            </a:extLst>
          </p:cNvPr>
          <p:cNvSpPr/>
          <p:nvPr/>
        </p:nvSpPr>
        <p:spPr>
          <a:xfrm>
            <a:off x="4821754" y="4341188"/>
            <a:ext cx="1464026" cy="702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CU_1: Control Unit</a:t>
            </a:r>
            <a:endParaRPr lang="en-IL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F1395FF-3E33-5C70-2648-735B698FDBB5}"/>
              </a:ext>
            </a:extLst>
          </p:cNvPr>
          <p:cNvSpPr/>
          <p:nvPr/>
        </p:nvSpPr>
        <p:spPr>
          <a:xfrm>
            <a:off x="3287912" y="4608548"/>
            <a:ext cx="1328928" cy="1033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Hazard_u</a:t>
            </a:r>
            <a:r>
              <a:rPr lang="en-US" dirty="0"/>
              <a:t> : </a:t>
            </a:r>
            <a:r>
              <a:rPr lang="en-US" dirty="0" err="1"/>
              <a:t>HazardUnit</a:t>
            </a:r>
            <a:endParaRPr lang="en-IL" dirty="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849C3EF-3783-DA10-BA38-14C419541CAB}"/>
              </a:ext>
            </a:extLst>
          </p:cNvPr>
          <p:cNvCxnSpPr>
            <a:cxnSpLocks/>
          </p:cNvCxnSpPr>
          <p:nvPr/>
        </p:nvCxnSpPr>
        <p:spPr>
          <a:xfrm>
            <a:off x="380285" y="1016849"/>
            <a:ext cx="12784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B1E687A-4567-133B-E81E-CEA22051333B}"/>
              </a:ext>
            </a:extLst>
          </p:cNvPr>
          <p:cNvCxnSpPr>
            <a:cxnSpLocks/>
          </p:cNvCxnSpPr>
          <p:nvPr/>
        </p:nvCxnSpPr>
        <p:spPr>
          <a:xfrm>
            <a:off x="380285" y="1249229"/>
            <a:ext cx="12784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3138C9EB-1AAF-0B16-7242-6A7DD70FA673}"/>
              </a:ext>
            </a:extLst>
          </p:cNvPr>
          <p:cNvSpPr txBox="1"/>
          <p:nvPr/>
        </p:nvSpPr>
        <p:spPr>
          <a:xfrm>
            <a:off x="335941" y="783840"/>
            <a:ext cx="849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Extern_en</a:t>
            </a:r>
            <a:endParaRPr lang="en-US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2AE66AE-917B-4906-ADBB-0D4479AFF639}"/>
              </a:ext>
            </a:extLst>
          </p:cNvPr>
          <p:cNvSpPr txBox="1"/>
          <p:nvPr/>
        </p:nvSpPr>
        <p:spPr>
          <a:xfrm>
            <a:off x="329826" y="1009397"/>
            <a:ext cx="993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Extern_data</a:t>
            </a:r>
            <a:endParaRPr lang="en-US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2E2E813-0C9E-8CB8-C705-630B645DF8FD}"/>
              </a:ext>
            </a:extLst>
          </p:cNvPr>
          <p:cNvSpPr txBox="1"/>
          <p:nvPr/>
        </p:nvSpPr>
        <p:spPr>
          <a:xfrm>
            <a:off x="317012" y="259795"/>
            <a:ext cx="993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Extern_addr</a:t>
            </a:r>
            <a:endParaRPr lang="en-US" sz="12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5ED3721-96FB-F19E-1C08-3B9A3F95EA3D}"/>
              </a:ext>
            </a:extLst>
          </p:cNvPr>
          <p:cNvSpPr txBox="1"/>
          <p:nvPr/>
        </p:nvSpPr>
        <p:spPr>
          <a:xfrm>
            <a:off x="314792" y="461813"/>
            <a:ext cx="993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Extern_load</a:t>
            </a:r>
            <a:endParaRPr lang="en-US" sz="1200" dirty="0"/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F39DF556-132B-EA2E-4E39-751749C0DDD7}"/>
              </a:ext>
            </a:extLst>
          </p:cNvPr>
          <p:cNvCxnSpPr>
            <a:cxnSpLocks/>
            <a:endCxn id="74" idx="0"/>
          </p:cNvCxnSpPr>
          <p:nvPr/>
        </p:nvCxnSpPr>
        <p:spPr>
          <a:xfrm>
            <a:off x="374552" y="692760"/>
            <a:ext cx="3516296" cy="1422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453818B-500A-EB78-9053-9E188154AB53}"/>
              </a:ext>
            </a:extLst>
          </p:cNvPr>
          <p:cNvCxnSpPr/>
          <p:nvPr/>
        </p:nvCxnSpPr>
        <p:spPr>
          <a:xfrm>
            <a:off x="383729" y="502479"/>
            <a:ext cx="44599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038C8F5-6229-2626-70E7-DFCD168240FC}"/>
              </a:ext>
            </a:extLst>
          </p:cNvPr>
          <p:cNvCxnSpPr>
            <a:cxnSpLocks/>
          </p:cNvCxnSpPr>
          <p:nvPr/>
        </p:nvCxnSpPr>
        <p:spPr>
          <a:xfrm flipV="1">
            <a:off x="4843657" y="495897"/>
            <a:ext cx="0" cy="4687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8A24375-A95D-79EA-CD26-B5BB7A8A68CD}"/>
              </a:ext>
            </a:extLst>
          </p:cNvPr>
          <p:cNvCxnSpPr/>
          <p:nvPr/>
        </p:nvCxnSpPr>
        <p:spPr>
          <a:xfrm flipH="1">
            <a:off x="4555312" y="964609"/>
            <a:ext cx="288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72075A8-9638-8329-BD8B-79E38A20AB2C}"/>
              </a:ext>
            </a:extLst>
          </p:cNvPr>
          <p:cNvCxnSpPr>
            <a:stCxn id="74" idx="1"/>
          </p:cNvCxnSpPr>
          <p:nvPr/>
        </p:nvCxnSpPr>
        <p:spPr>
          <a:xfrm flipH="1" flipV="1">
            <a:off x="3008400" y="1178847"/>
            <a:ext cx="217984" cy="3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DC5BB598-32A1-2757-1D2A-AA05FA29B00B}"/>
              </a:ext>
            </a:extLst>
          </p:cNvPr>
          <p:cNvSpPr txBox="1"/>
          <p:nvPr/>
        </p:nvSpPr>
        <p:spPr>
          <a:xfrm>
            <a:off x="2535049" y="1067143"/>
            <a:ext cx="5421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address</a:t>
            </a:r>
            <a:endParaRPr lang="en-IL" sz="8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89F0AE7-4E64-4513-91D8-D9D1870230DB}"/>
              </a:ext>
            </a:extLst>
          </p:cNvPr>
          <p:cNvSpPr txBox="1"/>
          <p:nvPr/>
        </p:nvSpPr>
        <p:spPr>
          <a:xfrm>
            <a:off x="1618422" y="910441"/>
            <a:ext cx="5613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write_en</a:t>
            </a:r>
            <a:endParaRPr lang="en-IL" sz="8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CA4561B-1645-334C-991B-9F8E8D89396C}"/>
              </a:ext>
            </a:extLst>
          </p:cNvPr>
          <p:cNvSpPr txBox="1"/>
          <p:nvPr/>
        </p:nvSpPr>
        <p:spPr>
          <a:xfrm>
            <a:off x="1604549" y="1133863"/>
            <a:ext cx="7232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data_bus_in</a:t>
            </a:r>
            <a:endParaRPr lang="en-IL" sz="800" dirty="0"/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C844EBBB-CD19-4911-30B0-0F8E7D6D67B4}"/>
              </a:ext>
            </a:extLst>
          </p:cNvPr>
          <p:cNvCxnSpPr>
            <a:cxnSpLocks/>
            <a:endCxn id="74" idx="3"/>
          </p:cNvCxnSpPr>
          <p:nvPr/>
        </p:nvCxnSpPr>
        <p:spPr>
          <a:xfrm rot="16200000" flipV="1">
            <a:off x="2788512" y="2948956"/>
            <a:ext cx="3648066" cy="1144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8FE5865-8CFB-0275-9F05-D250B0395F16}"/>
              </a:ext>
            </a:extLst>
          </p:cNvPr>
          <p:cNvCxnSpPr>
            <a:cxnSpLocks/>
          </p:cNvCxnSpPr>
          <p:nvPr/>
        </p:nvCxnSpPr>
        <p:spPr>
          <a:xfrm flipH="1">
            <a:off x="4595138" y="4816903"/>
            <a:ext cx="74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58B1524-2B64-DA45-A92E-BC820688B543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3008400" y="5125183"/>
            <a:ext cx="27951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7E3D40B3-9617-4CF5-392B-B00F3772ADAE}"/>
              </a:ext>
            </a:extLst>
          </p:cNvPr>
          <p:cNvSpPr txBox="1"/>
          <p:nvPr/>
        </p:nvSpPr>
        <p:spPr>
          <a:xfrm>
            <a:off x="2266025" y="5017461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data_bus_out</a:t>
            </a:r>
            <a:endParaRPr lang="en-IL" sz="80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99E090E-69C1-79B3-16B1-532EC6B5B526}"/>
              </a:ext>
            </a:extLst>
          </p:cNvPr>
          <p:cNvSpPr/>
          <p:nvPr/>
        </p:nvSpPr>
        <p:spPr>
          <a:xfrm>
            <a:off x="4821754" y="5205479"/>
            <a:ext cx="1464026" cy="702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CU_2: Control Unit</a:t>
            </a:r>
            <a:endParaRPr lang="en-IL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BDCF000-5AC7-5B30-A46D-17CE8D831065}"/>
              </a:ext>
            </a:extLst>
          </p:cNvPr>
          <p:cNvSpPr/>
          <p:nvPr/>
        </p:nvSpPr>
        <p:spPr>
          <a:xfrm>
            <a:off x="6239316" y="755421"/>
            <a:ext cx="1010614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Reg_2 : Register</a:t>
            </a:r>
            <a:endParaRPr lang="en-IL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8B169C1-8814-3C8C-2CE0-A3366D91D88C}"/>
              </a:ext>
            </a:extLst>
          </p:cNvPr>
          <p:cNvSpPr/>
          <p:nvPr/>
        </p:nvSpPr>
        <p:spPr>
          <a:xfrm>
            <a:off x="7327325" y="755421"/>
            <a:ext cx="1010614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Reg_3 : Register</a:t>
            </a:r>
            <a:endParaRPr lang="en-IL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90E99BD-B5D2-E4C5-FC10-BD9EBE507085}"/>
              </a:ext>
            </a:extLst>
          </p:cNvPr>
          <p:cNvSpPr/>
          <p:nvPr/>
        </p:nvSpPr>
        <p:spPr>
          <a:xfrm>
            <a:off x="8415334" y="755421"/>
            <a:ext cx="1010614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Reg_4 : Register</a:t>
            </a:r>
            <a:endParaRPr lang="en-IL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7B8B918-B038-62BB-F23C-F198C56EAACA}"/>
              </a:ext>
            </a:extLst>
          </p:cNvPr>
          <p:cNvSpPr/>
          <p:nvPr/>
        </p:nvSpPr>
        <p:spPr>
          <a:xfrm>
            <a:off x="8149897" y="3235279"/>
            <a:ext cx="832057" cy="1033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ALU_2 : ALU</a:t>
            </a:r>
            <a:endParaRPr lang="en-IL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80FFE95-0451-34E7-E96E-2B0636E0D415}"/>
              </a:ext>
            </a:extLst>
          </p:cNvPr>
          <p:cNvSpPr/>
          <p:nvPr/>
        </p:nvSpPr>
        <p:spPr>
          <a:xfrm>
            <a:off x="6771484" y="2470657"/>
            <a:ext cx="1010614" cy="313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Reg_Data_2: Mux</a:t>
            </a:r>
            <a:endParaRPr lang="en-IL" sz="1200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3E02F02-BA55-818D-141B-C12A25AC88E2}"/>
              </a:ext>
            </a:extLst>
          </p:cNvPr>
          <p:cNvSpPr/>
          <p:nvPr/>
        </p:nvSpPr>
        <p:spPr>
          <a:xfrm>
            <a:off x="6763774" y="3235279"/>
            <a:ext cx="1010614" cy="313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Reg_Data_3: Mux</a:t>
            </a:r>
            <a:endParaRPr lang="en-IL" sz="120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893A202-6D38-CFC4-9CBE-16FEF562C5BE}"/>
              </a:ext>
            </a:extLst>
          </p:cNvPr>
          <p:cNvSpPr/>
          <p:nvPr/>
        </p:nvSpPr>
        <p:spPr>
          <a:xfrm>
            <a:off x="6763774" y="3594063"/>
            <a:ext cx="1010614" cy="313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Reg_Data_4: Mux</a:t>
            </a:r>
            <a:endParaRPr lang="en-IL" sz="1200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CACAD5D-AA11-24F3-F01B-D54172DBE716}"/>
              </a:ext>
            </a:extLst>
          </p:cNvPr>
          <p:cNvCxnSpPr>
            <a:stCxn id="72" idx="3"/>
          </p:cNvCxnSpPr>
          <p:nvPr/>
        </p:nvCxnSpPr>
        <p:spPr>
          <a:xfrm>
            <a:off x="7782098" y="2267267"/>
            <a:ext cx="367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4605305-90DF-D1EC-E4F3-E7FEEEE227B2}"/>
              </a:ext>
            </a:extLst>
          </p:cNvPr>
          <p:cNvCxnSpPr/>
          <p:nvPr/>
        </p:nvCxnSpPr>
        <p:spPr>
          <a:xfrm>
            <a:off x="7782097" y="2627280"/>
            <a:ext cx="367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BD935EE5-6A71-54A9-0B85-F4B73842C155}"/>
              </a:ext>
            </a:extLst>
          </p:cNvPr>
          <p:cNvCxnSpPr/>
          <p:nvPr/>
        </p:nvCxnSpPr>
        <p:spPr>
          <a:xfrm>
            <a:off x="7774388" y="3392219"/>
            <a:ext cx="367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EB13E569-14D4-DF2E-AC3B-7A39F25B6919}"/>
              </a:ext>
            </a:extLst>
          </p:cNvPr>
          <p:cNvCxnSpPr/>
          <p:nvPr/>
        </p:nvCxnSpPr>
        <p:spPr>
          <a:xfrm>
            <a:off x="7774387" y="3750686"/>
            <a:ext cx="367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BF97FFC-3DC2-2BF1-877B-199EA453F677}"/>
              </a:ext>
            </a:extLst>
          </p:cNvPr>
          <p:cNvCxnSpPr>
            <a:cxnSpLocks/>
          </p:cNvCxnSpPr>
          <p:nvPr/>
        </p:nvCxnSpPr>
        <p:spPr>
          <a:xfrm flipV="1">
            <a:off x="6571438" y="1540125"/>
            <a:ext cx="0" cy="2367184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36F3310-448E-B99B-F358-852B0D0D3AFA}"/>
              </a:ext>
            </a:extLst>
          </p:cNvPr>
          <p:cNvCxnSpPr>
            <a:cxnSpLocks/>
          </p:cNvCxnSpPr>
          <p:nvPr/>
        </p:nvCxnSpPr>
        <p:spPr>
          <a:xfrm>
            <a:off x="5151307" y="1540125"/>
            <a:ext cx="4274641" cy="42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4ECF9BD-9859-8CF3-B596-F38697784AB0}"/>
              </a:ext>
            </a:extLst>
          </p:cNvPr>
          <p:cNvCxnSpPr>
            <a:cxnSpLocks/>
          </p:cNvCxnSpPr>
          <p:nvPr/>
        </p:nvCxnSpPr>
        <p:spPr>
          <a:xfrm>
            <a:off x="6095999" y="1340196"/>
            <a:ext cx="0" cy="189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3DF47C72-16CD-D261-F06C-A7B98DAC5F48}"/>
              </a:ext>
            </a:extLst>
          </p:cNvPr>
          <p:cNvCxnSpPr>
            <a:cxnSpLocks/>
          </p:cNvCxnSpPr>
          <p:nvPr/>
        </p:nvCxnSpPr>
        <p:spPr>
          <a:xfrm>
            <a:off x="7181849" y="1340196"/>
            <a:ext cx="0" cy="189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86F7BDA1-DCC6-D4B4-FB5C-BC6C96C600D3}"/>
              </a:ext>
            </a:extLst>
          </p:cNvPr>
          <p:cNvCxnSpPr>
            <a:cxnSpLocks/>
          </p:cNvCxnSpPr>
          <p:nvPr/>
        </p:nvCxnSpPr>
        <p:spPr>
          <a:xfrm>
            <a:off x="8267699" y="1349307"/>
            <a:ext cx="0" cy="180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9A2881BD-1077-9CBE-B609-DD4B5464A91F}"/>
              </a:ext>
            </a:extLst>
          </p:cNvPr>
          <p:cNvCxnSpPr>
            <a:cxnSpLocks/>
          </p:cNvCxnSpPr>
          <p:nvPr/>
        </p:nvCxnSpPr>
        <p:spPr>
          <a:xfrm>
            <a:off x="9348786" y="1349307"/>
            <a:ext cx="0" cy="180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4A5CFBF9-998B-9B76-1336-749780BF22FD}"/>
              </a:ext>
            </a:extLst>
          </p:cNvPr>
          <p:cNvCxnSpPr>
            <a:cxnSpLocks/>
            <a:endCxn id="72" idx="1"/>
          </p:cNvCxnSpPr>
          <p:nvPr/>
        </p:nvCxnSpPr>
        <p:spPr>
          <a:xfrm flipV="1">
            <a:off x="6571438" y="2267267"/>
            <a:ext cx="200046" cy="31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AF828F6F-8056-1B00-4948-1DD21ACD424F}"/>
              </a:ext>
            </a:extLst>
          </p:cNvPr>
          <p:cNvCxnSpPr>
            <a:cxnSpLocks/>
          </p:cNvCxnSpPr>
          <p:nvPr/>
        </p:nvCxnSpPr>
        <p:spPr>
          <a:xfrm flipV="1">
            <a:off x="6571438" y="2614981"/>
            <a:ext cx="200046" cy="31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E0379EC-481F-4D4F-45AF-DFE90FF99E62}"/>
              </a:ext>
            </a:extLst>
          </p:cNvPr>
          <p:cNvCxnSpPr>
            <a:cxnSpLocks/>
            <a:endCxn id="132" idx="1"/>
          </p:cNvCxnSpPr>
          <p:nvPr/>
        </p:nvCxnSpPr>
        <p:spPr>
          <a:xfrm>
            <a:off x="6571438" y="3391902"/>
            <a:ext cx="19233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8BB3D71D-3420-AEFC-F58C-338460775B9A}"/>
              </a:ext>
            </a:extLst>
          </p:cNvPr>
          <p:cNvCxnSpPr>
            <a:cxnSpLocks/>
            <a:endCxn id="133" idx="1"/>
          </p:cNvCxnSpPr>
          <p:nvPr/>
        </p:nvCxnSpPr>
        <p:spPr>
          <a:xfrm>
            <a:off x="6571438" y="3750686"/>
            <a:ext cx="19233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993343AC-8D82-6293-C800-6573F0EDF90D}"/>
              </a:ext>
            </a:extLst>
          </p:cNvPr>
          <p:cNvSpPr/>
          <p:nvPr/>
        </p:nvSpPr>
        <p:spPr>
          <a:xfrm>
            <a:off x="8149896" y="5185860"/>
            <a:ext cx="1079257" cy="313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Data_bus_2 : Mux</a:t>
            </a:r>
            <a:endParaRPr lang="en-IL" sz="1200" dirty="0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1CE8269D-0610-AA8F-1308-7003CE12B05B}"/>
              </a:ext>
            </a:extLst>
          </p:cNvPr>
          <p:cNvCxnSpPr>
            <a:cxnSpLocks/>
          </p:cNvCxnSpPr>
          <p:nvPr/>
        </p:nvCxnSpPr>
        <p:spPr>
          <a:xfrm>
            <a:off x="5156069" y="536794"/>
            <a:ext cx="477183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7FB0873-B864-8B88-28E5-F0F02E8E3963}"/>
              </a:ext>
            </a:extLst>
          </p:cNvPr>
          <p:cNvCxnSpPr>
            <a:cxnSpLocks/>
          </p:cNvCxnSpPr>
          <p:nvPr/>
        </p:nvCxnSpPr>
        <p:spPr>
          <a:xfrm>
            <a:off x="5151307" y="628885"/>
            <a:ext cx="460229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F05B8874-AC39-B6D3-CED7-8F06BA0E9914}"/>
              </a:ext>
            </a:extLst>
          </p:cNvPr>
          <p:cNvCxnSpPr>
            <a:cxnSpLocks/>
          </p:cNvCxnSpPr>
          <p:nvPr/>
        </p:nvCxnSpPr>
        <p:spPr>
          <a:xfrm flipH="1" flipV="1">
            <a:off x="9747250" y="600312"/>
            <a:ext cx="6350" cy="400823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93791F4C-82E6-43B4-0756-049CBEC9293E}"/>
              </a:ext>
            </a:extLst>
          </p:cNvPr>
          <p:cNvCxnSpPr>
            <a:cxnSpLocks/>
            <a:endCxn id="71" idx="3"/>
          </p:cNvCxnSpPr>
          <p:nvPr/>
        </p:nvCxnSpPr>
        <p:spPr>
          <a:xfrm flipH="1">
            <a:off x="9229153" y="4608547"/>
            <a:ext cx="555312" cy="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5839A623-FD15-3B46-19DA-4FA0E3C0F7D7}"/>
              </a:ext>
            </a:extLst>
          </p:cNvPr>
          <p:cNvCxnSpPr>
            <a:cxnSpLocks/>
            <a:endCxn id="161" idx="3"/>
          </p:cNvCxnSpPr>
          <p:nvPr/>
        </p:nvCxnSpPr>
        <p:spPr>
          <a:xfrm flipH="1">
            <a:off x="9229153" y="5342484"/>
            <a:ext cx="69874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1D848FBE-3A9D-C932-055E-3D8551C3BA4B}"/>
              </a:ext>
            </a:extLst>
          </p:cNvPr>
          <p:cNvCxnSpPr>
            <a:cxnSpLocks/>
          </p:cNvCxnSpPr>
          <p:nvPr/>
        </p:nvCxnSpPr>
        <p:spPr>
          <a:xfrm>
            <a:off x="9899992" y="536794"/>
            <a:ext cx="0" cy="48056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B440C95-4701-377F-8D36-9F32F4B3C575}"/>
              </a:ext>
            </a:extLst>
          </p:cNvPr>
          <p:cNvSpPr/>
          <p:nvPr/>
        </p:nvSpPr>
        <p:spPr>
          <a:xfrm>
            <a:off x="8666009" y="1849181"/>
            <a:ext cx="740471" cy="1925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Reg_sel_2 : Mux</a:t>
            </a:r>
            <a:endParaRPr lang="en-IL" sz="800" dirty="0"/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12F8B118-7731-ABDA-69AA-166BCC9545FC}"/>
              </a:ext>
            </a:extLst>
          </p:cNvPr>
          <p:cNvCxnSpPr>
            <a:cxnSpLocks/>
          </p:cNvCxnSpPr>
          <p:nvPr/>
        </p:nvCxnSpPr>
        <p:spPr>
          <a:xfrm flipV="1">
            <a:off x="8452400" y="1554512"/>
            <a:ext cx="0" cy="48754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FA125E6-A062-BD7F-CA37-A7A8C31990D8}"/>
              </a:ext>
            </a:extLst>
          </p:cNvPr>
          <p:cNvCxnSpPr>
            <a:cxnSpLocks/>
          </p:cNvCxnSpPr>
          <p:nvPr/>
        </p:nvCxnSpPr>
        <p:spPr>
          <a:xfrm flipV="1">
            <a:off x="8474808" y="1724800"/>
            <a:ext cx="200046" cy="31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481E360D-0C61-B2C3-C623-319F915A8AB9}"/>
              </a:ext>
            </a:extLst>
          </p:cNvPr>
          <p:cNvCxnSpPr>
            <a:cxnSpLocks/>
          </p:cNvCxnSpPr>
          <p:nvPr/>
        </p:nvCxnSpPr>
        <p:spPr>
          <a:xfrm flipV="1">
            <a:off x="8474808" y="1945438"/>
            <a:ext cx="200046" cy="31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867FA356-2534-5121-5B91-90B33907B36E}"/>
              </a:ext>
            </a:extLst>
          </p:cNvPr>
          <p:cNvCxnSpPr>
            <a:cxnSpLocks/>
          </p:cNvCxnSpPr>
          <p:nvPr/>
        </p:nvCxnSpPr>
        <p:spPr>
          <a:xfrm>
            <a:off x="5272779" y="628885"/>
            <a:ext cx="0" cy="1549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4852E3E0-8E7B-6158-C9DC-9C58D4E57967}"/>
              </a:ext>
            </a:extLst>
          </p:cNvPr>
          <p:cNvCxnSpPr>
            <a:cxnSpLocks/>
          </p:cNvCxnSpPr>
          <p:nvPr/>
        </p:nvCxnSpPr>
        <p:spPr>
          <a:xfrm>
            <a:off x="6377679" y="628885"/>
            <a:ext cx="0" cy="1549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BD33EC72-E41E-C7D7-5434-6276227F240B}"/>
              </a:ext>
            </a:extLst>
          </p:cNvPr>
          <p:cNvCxnSpPr>
            <a:cxnSpLocks/>
          </p:cNvCxnSpPr>
          <p:nvPr/>
        </p:nvCxnSpPr>
        <p:spPr>
          <a:xfrm>
            <a:off x="7452453" y="628884"/>
            <a:ext cx="0" cy="1549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83DD4DD-C932-F241-DBFD-1166A7B27BF0}"/>
              </a:ext>
            </a:extLst>
          </p:cNvPr>
          <p:cNvCxnSpPr>
            <a:cxnSpLocks/>
          </p:cNvCxnSpPr>
          <p:nvPr/>
        </p:nvCxnSpPr>
        <p:spPr>
          <a:xfrm>
            <a:off x="8557091" y="652775"/>
            <a:ext cx="0" cy="1549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B37D360D-AFFF-E5F1-AEE8-B48BC204A0BD}"/>
              </a:ext>
            </a:extLst>
          </p:cNvPr>
          <p:cNvCxnSpPr>
            <a:cxnSpLocks/>
          </p:cNvCxnSpPr>
          <p:nvPr/>
        </p:nvCxnSpPr>
        <p:spPr>
          <a:xfrm>
            <a:off x="5401366" y="532031"/>
            <a:ext cx="0" cy="2518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6148EC3A-506A-B92D-F0F9-5C1DF2D2F3E4}"/>
              </a:ext>
            </a:extLst>
          </p:cNvPr>
          <p:cNvCxnSpPr>
            <a:cxnSpLocks/>
          </p:cNvCxnSpPr>
          <p:nvPr/>
        </p:nvCxnSpPr>
        <p:spPr>
          <a:xfrm>
            <a:off x="6506266" y="532031"/>
            <a:ext cx="0" cy="2518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CE0F0DBC-59DF-D64E-A1C3-99618CB46C9F}"/>
              </a:ext>
            </a:extLst>
          </p:cNvPr>
          <p:cNvCxnSpPr>
            <a:cxnSpLocks/>
          </p:cNvCxnSpPr>
          <p:nvPr/>
        </p:nvCxnSpPr>
        <p:spPr>
          <a:xfrm>
            <a:off x="7582591" y="532031"/>
            <a:ext cx="0" cy="2518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061FC69E-7961-FAF3-6758-4009A531BC62}"/>
              </a:ext>
            </a:extLst>
          </p:cNvPr>
          <p:cNvCxnSpPr>
            <a:cxnSpLocks/>
          </p:cNvCxnSpPr>
          <p:nvPr/>
        </p:nvCxnSpPr>
        <p:spPr>
          <a:xfrm>
            <a:off x="8689524" y="555922"/>
            <a:ext cx="0" cy="2518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C574C32E-4448-45F9-00F1-68ED6498C42A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9405615" y="1713849"/>
            <a:ext cx="9169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C6244165-562B-9878-73C6-2383938CFE16}"/>
              </a:ext>
            </a:extLst>
          </p:cNvPr>
          <p:cNvCxnSpPr>
            <a:cxnSpLocks/>
          </p:cNvCxnSpPr>
          <p:nvPr/>
        </p:nvCxnSpPr>
        <p:spPr>
          <a:xfrm>
            <a:off x="9405615" y="1945438"/>
            <a:ext cx="9169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E83F4B1B-5F66-9CB2-4038-58C5E3C4BBF1}"/>
              </a:ext>
            </a:extLst>
          </p:cNvPr>
          <p:cNvSpPr txBox="1"/>
          <p:nvPr/>
        </p:nvSpPr>
        <p:spPr>
          <a:xfrm>
            <a:off x="10286078" y="1614200"/>
            <a:ext cx="8242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data_bus_in_1</a:t>
            </a:r>
            <a:endParaRPr lang="en-IL" sz="80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86CF0B2-F957-BC49-CA3A-9C40E31E0CCD}"/>
              </a:ext>
            </a:extLst>
          </p:cNvPr>
          <p:cNvSpPr txBox="1"/>
          <p:nvPr/>
        </p:nvSpPr>
        <p:spPr>
          <a:xfrm>
            <a:off x="10286195" y="1828677"/>
            <a:ext cx="8242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data_bus_in_2</a:t>
            </a:r>
            <a:endParaRPr lang="en-IL" sz="800" dirty="0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CC2C6FC4-4C05-2276-C88A-F9E8CC3EAAB5}"/>
              </a:ext>
            </a:extLst>
          </p:cNvPr>
          <p:cNvCxnSpPr>
            <a:cxnSpLocks/>
          </p:cNvCxnSpPr>
          <p:nvPr/>
        </p:nvCxnSpPr>
        <p:spPr>
          <a:xfrm>
            <a:off x="4626448" y="5006248"/>
            <a:ext cx="1953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636F8F12-1D1D-EF2C-2F3F-3A84F8DF935A}"/>
              </a:ext>
            </a:extLst>
          </p:cNvPr>
          <p:cNvCxnSpPr>
            <a:cxnSpLocks/>
          </p:cNvCxnSpPr>
          <p:nvPr/>
        </p:nvCxnSpPr>
        <p:spPr>
          <a:xfrm>
            <a:off x="4626448" y="5258493"/>
            <a:ext cx="1953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2ACBBDC6-87B1-30DE-8CE8-F359EDBE3BE4}"/>
              </a:ext>
            </a:extLst>
          </p:cNvPr>
          <p:cNvSpPr txBox="1"/>
          <p:nvPr/>
        </p:nvSpPr>
        <p:spPr>
          <a:xfrm>
            <a:off x="4545976" y="5008894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Instructions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FD2080A-AB0E-DDE4-A615-845B3662A275}"/>
              </a:ext>
            </a:extLst>
          </p:cNvPr>
          <p:cNvSpPr txBox="1"/>
          <p:nvPr/>
        </p:nvSpPr>
        <p:spPr>
          <a:xfrm>
            <a:off x="3753033" y="4688154"/>
            <a:ext cx="9268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Program counter</a:t>
            </a:r>
            <a:endParaRPr lang="en-IL" sz="800" dirty="0"/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1BF4FE4D-4B7A-8A66-35C1-29B3F3C2DAB5}"/>
              </a:ext>
            </a:extLst>
          </p:cNvPr>
          <p:cNvCxnSpPr>
            <a:cxnSpLocks/>
          </p:cNvCxnSpPr>
          <p:nvPr/>
        </p:nvCxnSpPr>
        <p:spPr>
          <a:xfrm>
            <a:off x="6451600" y="3013858"/>
            <a:ext cx="16905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64D3D77D-4559-0530-577B-BB8FC93D057B}"/>
              </a:ext>
            </a:extLst>
          </p:cNvPr>
          <p:cNvCxnSpPr>
            <a:cxnSpLocks/>
          </p:cNvCxnSpPr>
          <p:nvPr/>
        </p:nvCxnSpPr>
        <p:spPr>
          <a:xfrm>
            <a:off x="6459311" y="4055258"/>
            <a:ext cx="16905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97A95FCA-E249-4965-2338-D6DCE9F705EF}"/>
              </a:ext>
            </a:extLst>
          </p:cNvPr>
          <p:cNvCxnSpPr>
            <a:cxnSpLocks/>
          </p:cNvCxnSpPr>
          <p:nvPr/>
        </p:nvCxnSpPr>
        <p:spPr>
          <a:xfrm flipV="1">
            <a:off x="6450207" y="3005685"/>
            <a:ext cx="0" cy="22854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010E8EE1-51E5-DFA4-2B2A-AAF3D7EBE8E0}"/>
              </a:ext>
            </a:extLst>
          </p:cNvPr>
          <p:cNvCxnSpPr>
            <a:cxnSpLocks/>
          </p:cNvCxnSpPr>
          <p:nvPr/>
        </p:nvCxnSpPr>
        <p:spPr>
          <a:xfrm flipH="1">
            <a:off x="6293082" y="4385249"/>
            <a:ext cx="155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DE3E4DF1-F3FD-CA17-6CB2-92320CEC560D}"/>
              </a:ext>
            </a:extLst>
          </p:cNvPr>
          <p:cNvCxnSpPr>
            <a:cxnSpLocks/>
          </p:cNvCxnSpPr>
          <p:nvPr/>
        </p:nvCxnSpPr>
        <p:spPr>
          <a:xfrm flipH="1">
            <a:off x="6290542" y="5290124"/>
            <a:ext cx="1697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241BBF48-BD91-FB82-498B-39F4E900EF50}"/>
              </a:ext>
            </a:extLst>
          </p:cNvPr>
          <p:cNvSpPr txBox="1"/>
          <p:nvPr/>
        </p:nvSpPr>
        <p:spPr>
          <a:xfrm>
            <a:off x="6888722" y="2847595"/>
            <a:ext cx="587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Op_code</a:t>
            </a:r>
            <a:endParaRPr lang="en-IL" sz="8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96BCA6C0-6524-3E75-2E95-2570723D7C63}"/>
              </a:ext>
            </a:extLst>
          </p:cNvPr>
          <p:cNvSpPr txBox="1"/>
          <p:nvPr/>
        </p:nvSpPr>
        <p:spPr>
          <a:xfrm>
            <a:off x="6886719" y="3882344"/>
            <a:ext cx="587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Op_code</a:t>
            </a:r>
            <a:endParaRPr lang="en-IL" sz="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88802B-F4CB-E66B-A025-D57D769763A5}"/>
              </a:ext>
            </a:extLst>
          </p:cNvPr>
          <p:cNvCxnSpPr>
            <a:cxnSpLocks/>
            <a:endCxn id="71" idx="1"/>
          </p:cNvCxnSpPr>
          <p:nvPr/>
        </p:nvCxnSpPr>
        <p:spPr>
          <a:xfrm>
            <a:off x="6285780" y="4608548"/>
            <a:ext cx="18641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F1FD53-883F-4B8E-0CFA-229DC6A7B0AB}"/>
              </a:ext>
            </a:extLst>
          </p:cNvPr>
          <p:cNvCxnSpPr>
            <a:cxnSpLocks/>
            <a:endCxn id="161" idx="1"/>
          </p:cNvCxnSpPr>
          <p:nvPr/>
        </p:nvCxnSpPr>
        <p:spPr>
          <a:xfrm>
            <a:off x="6285780" y="5342484"/>
            <a:ext cx="18641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1591F80-6DD3-C0D6-7AD7-760C9DF46BFB}"/>
              </a:ext>
            </a:extLst>
          </p:cNvPr>
          <p:cNvSpPr txBox="1"/>
          <p:nvPr/>
        </p:nvSpPr>
        <p:spPr>
          <a:xfrm>
            <a:off x="7249930" y="4416559"/>
            <a:ext cx="9172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Data_Selector_1</a:t>
            </a:r>
            <a:endParaRPr lang="en-IL" sz="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2FA5D9-D51B-3BB9-797C-0A85BF1AFD2E}"/>
              </a:ext>
            </a:extLst>
          </p:cNvPr>
          <p:cNvSpPr txBox="1"/>
          <p:nvPr/>
        </p:nvSpPr>
        <p:spPr>
          <a:xfrm>
            <a:off x="7248061" y="5319413"/>
            <a:ext cx="9172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Data_Selector_2</a:t>
            </a:r>
            <a:endParaRPr lang="en-IL" sz="800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12EECA3-6FEF-ADFA-D1BD-25936B61F18B}"/>
              </a:ext>
            </a:extLst>
          </p:cNvPr>
          <p:cNvCxnSpPr>
            <a:cxnSpLocks/>
          </p:cNvCxnSpPr>
          <p:nvPr/>
        </p:nvCxnSpPr>
        <p:spPr>
          <a:xfrm rot="10800000">
            <a:off x="9066591" y="4772079"/>
            <a:ext cx="1258339" cy="137046"/>
          </a:xfrm>
          <a:prstGeom prst="bentConnector3">
            <a:avLst>
              <a:gd name="adj1" fmla="val 999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6A3B3DD-8886-91BD-238D-E3E6F6A6ECD4}"/>
              </a:ext>
            </a:extLst>
          </p:cNvPr>
          <p:cNvCxnSpPr>
            <a:cxnSpLocks/>
          </p:cNvCxnSpPr>
          <p:nvPr/>
        </p:nvCxnSpPr>
        <p:spPr>
          <a:xfrm rot="10800000" flipV="1">
            <a:off x="9063636" y="5074351"/>
            <a:ext cx="1633024" cy="1043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6A93F95-2ADC-4A65-7B80-F0616E118D01}"/>
              </a:ext>
            </a:extLst>
          </p:cNvPr>
          <p:cNvSpPr txBox="1"/>
          <p:nvPr/>
        </p:nvSpPr>
        <p:spPr>
          <a:xfrm>
            <a:off x="10285482" y="4802017"/>
            <a:ext cx="7906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data_bus_out</a:t>
            </a:r>
            <a:endParaRPr lang="en-IL" sz="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05E3D-C916-4C6D-24A6-31C42DF17F87}"/>
              </a:ext>
            </a:extLst>
          </p:cNvPr>
          <p:cNvSpPr txBox="1"/>
          <p:nvPr/>
        </p:nvSpPr>
        <p:spPr>
          <a:xfrm>
            <a:off x="10287499" y="4970416"/>
            <a:ext cx="8915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data_bus_out_2</a:t>
            </a:r>
            <a:endParaRPr lang="en-IL" sz="800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42AA2E5-7FC3-FC1E-6C53-94E29A92346C}"/>
              </a:ext>
            </a:extLst>
          </p:cNvPr>
          <p:cNvCxnSpPr>
            <a:cxnSpLocks/>
          </p:cNvCxnSpPr>
          <p:nvPr/>
        </p:nvCxnSpPr>
        <p:spPr>
          <a:xfrm rot="10800000">
            <a:off x="8674854" y="4771117"/>
            <a:ext cx="939568" cy="163796"/>
          </a:xfrm>
          <a:prstGeom prst="bentConnector3">
            <a:avLst>
              <a:gd name="adj1" fmla="val 1000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44CDFF-2298-E0E2-CCA8-279A208123D8}"/>
              </a:ext>
            </a:extLst>
          </p:cNvPr>
          <p:cNvCxnSpPr>
            <a:cxnSpLocks/>
          </p:cNvCxnSpPr>
          <p:nvPr/>
        </p:nvCxnSpPr>
        <p:spPr>
          <a:xfrm flipV="1">
            <a:off x="9608021" y="2627280"/>
            <a:ext cx="0" cy="2316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3400CA1-923D-F313-B424-7BFEFD26D0DB}"/>
              </a:ext>
            </a:extLst>
          </p:cNvPr>
          <p:cNvCxnSpPr>
            <a:cxnSpLocks/>
          </p:cNvCxnSpPr>
          <p:nvPr/>
        </p:nvCxnSpPr>
        <p:spPr>
          <a:xfrm>
            <a:off x="8984336" y="2627280"/>
            <a:ext cx="6335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D466EC7-6D18-5405-3AD5-8D252323224A}"/>
              </a:ext>
            </a:extLst>
          </p:cNvPr>
          <p:cNvSpPr txBox="1"/>
          <p:nvPr/>
        </p:nvSpPr>
        <p:spPr>
          <a:xfrm>
            <a:off x="8940506" y="2451483"/>
            <a:ext cx="6254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Alu_1_out</a:t>
            </a:r>
            <a:endParaRPr lang="en-IL" sz="8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4DD3A8-D607-1EDA-14C4-4E7864327975}"/>
              </a:ext>
            </a:extLst>
          </p:cNvPr>
          <p:cNvCxnSpPr>
            <a:cxnSpLocks/>
            <a:stCxn id="130" idx="3"/>
          </p:cNvCxnSpPr>
          <p:nvPr/>
        </p:nvCxnSpPr>
        <p:spPr>
          <a:xfrm flipV="1">
            <a:off x="8981954" y="3750424"/>
            <a:ext cx="596572" cy="1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D1CF6E1-BD47-823B-EC1D-7152AFE60548}"/>
              </a:ext>
            </a:extLst>
          </p:cNvPr>
          <p:cNvCxnSpPr>
            <a:cxnSpLocks/>
          </p:cNvCxnSpPr>
          <p:nvPr/>
        </p:nvCxnSpPr>
        <p:spPr>
          <a:xfrm flipH="1" flipV="1">
            <a:off x="9572176" y="3744336"/>
            <a:ext cx="6350" cy="12996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4AB27CB-2841-F6E9-FB4B-AC4FCDF413E0}"/>
              </a:ext>
            </a:extLst>
          </p:cNvPr>
          <p:cNvCxnSpPr>
            <a:cxnSpLocks/>
            <a:endCxn id="161" idx="0"/>
          </p:cNvCxnSpPr>
          <p:nvPr/>
        </p:nvCxnSpPr>
        <p:spPr>
          <a:xfrm rot="10800000" flipV="1">
            <a:off x="8689526" y="5029236"/>
            <a:ext cx="897053" cy="1566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21A599AB-EA4D-DFBD-3B58-09D901A12E4C}"/>
              </a:ext>
            </a:extLst>
          </p:cNvPr>
          <p:cNvCxnSpPr>
            <a:cxnSpLocks/>
          </p:cNvCxnSpPr>
          <p:nvPr/>
        </p:nvCxnSpPr>
        <p:spPr>
          <a:xfrm flipV="1">
            <a:off x="6282984" y="4765171"/>
            <a:ext cx="2069618" cy="88160"/>
          </a:xfrm>
          <a:prstGeom prst="bentConnector3">
            <a:avLst>
              <a:gd name="adj1" fmla="val 1001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E4D5EA1-E85E-0617-1E42-A7828D07B726}"/>
              </a:ext>
            </a:extLst>
          </p:cNvPr>
          <p:cNvCxnSpPr>
            <a:cxnSpLocks/>
          </p:cNvCxnSpPr>
          <p:nvPr/>
        </p:nvCxnSpPr>
        <p:spPr>
          <a:xfrm>
            <a:off x="6971180" y="5098390"/>
            <a:ext cx="1389054" cy="85201"/>
          </a:xfrm>
          <a:prstGeom prst="bentConnector3">
            <a:avLst>
              <a:gd name="adj1" fmla="val 9982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32F8319-317B-DC67-489F-5CD25E6A0C4E}"/>
              </a:ext>
            </a:extLst>
          </p:cNvPr>
          <p:cNvCxnSpPr>
            <a:cxnSpLocks/>
          </p:cNvCxnSpPr>
          <p:nvPr/>
        </p:nvCxnSpPr>
        <p:spPr>
          <a:xfrm flipH="1">
            <a:off x="6285780" y="5413949"/>
            <a:ext cx="683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C0B8D0E-5F71-9243-3191-7E4628BE277B}"/>
              </a:ext>
            </a:extLst>
          </p:cNvPr>
          <p:cNvCxnSpPr>
            <a:cxnSpLocks/>
          </p:cNvCxnSpPr>
          <p:nvPr/>
        </p:nvCxnSpPr>
        <p:spPr>
          <a:xfrm flipV="1">
            <a:off x="6965950" y="5089524"/>
            <a:ext cx="0" cy="330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4F40A364-54B2-BF19-63C6-FE0B7375F882}"/>
              </a:ext>
            </a:extLst>
          </p:cNvPr>
          <p:cNvSpPr txBox="1"/>
          <p:nvPr/>
        </p:nvSpPr>
        <p:spPr>
          <a:xfrm>
            <a:off x="7673975" y="4876549"/>
            <a:ext cx="6639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Input_data</a:t>
            </a:r>
            <a:endParaRPr lang="en-IL" sz="800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D3F1877-BA32-6129-21B9-63E2C90E953E}"/>
              </a:ext>
            </a:extLst>
          </p:cNvPr>
          <p:cNvCxnSpPr>
            <a:cxnSpLocks/>
          </p:cNvCxnSpPr>
          <p:nvPr/>
        </p:nvCxnSpPr>
        <p:spPr>
          <a:xfrm>
            <a:off x="4843657" y="424100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B733D08-1361-5075-6EDA-BB7825164D05}"/>
              </a:ext>
            </a:extLst>
          </p:cNvPr>
          <p:cNvCxnSpPr>
            <a:cxnSpLocks/>
          </p:cNvCxnSpPr>
          <p:nvPr/>
        </p:nvCxnSpPr>
        <p:spPr>
          <a:xfrm>
            <a:off x="4888901" y="424100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1DA6291-3D53-570B-4AA0-57F097000D2C}"/>
              </a:ext>
            </a:extLst>
          </p:cNvPr>
          <p:cNvCxnSpPr>
            <a:cxnSpLocks/>
          </p:cNvCxnSpPr>
          <p:nvPr/>
        </p:nvCxnSpPr>
        <p:spPr>
          <a:xfrm>
            <a:off x="4936526" y="424100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5CC1D07-48A2-2EB5-F217-6D0E91EF5E65}"/>
              </a:ext>
            </a:extLst>
          </p:cNvPr>
          <p:cNvCxnSpPr>
            <a:cxnSpLocks/>
          </p:cNvCxnSpPr>
          <p:nvPr/>
        </p:nvCxnSpPr>
        <p:spPr>
          <a:xfrm>
            <a:off x="4981769" y="424100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763C12B-85D3-41D8-4C22-B190DA03154C}"/>
              </a:ext>
            </a:extLst>
          </p:cNvPr>
          <p:cNvCxnSpPr>
            <a:cxnSpLocks/>
          </p:cNvCxnSpPr>
          <p:nvPr/>
        </p:nvCxnSpPr>
        <p:spPr>
          <a:xfrm>
            <a:off x="5029395" y="424100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EC4ECBB-264F-64DF-D3A8-89346034C44F}"/>
              </a:ext>
            </a:extLst>
          </p:cNvPr>
          <p:cNvCxnSpPr>
            <a:cxnSpLocks/>
          </p:cNvCxnSpPr>
          <p:nvPr/>
        </p:nvCxnSpPr>
        <p:spPr>
          <a:xfrm>
            <a:off x="5074639" y="424100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46B841B-350A-4DE8-F1C6-0AF25E93082C}"/>
              </a:ext>
            </a:extLst>
          </p:cNvPr>
          <p:cNvCxnSpPr>
            <a:cxnSpLocks/>
          </p:cNvCxnSpPr>
          <p:nvPr/>
        </p:nvCxnSpPr>
        <p:spPr>
          <a:xfrm>
            <a:off x="5122264" y="424100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FA4B301-573F-DC01-B600-D0A91B096297}"/>
              </a:ext>
            </a:extLst>
          </p:cNvPr>
          <p:cNvCxnSpPr>
            <a:cxnSpLocks/>
          </p:cNvCxnSpPr>
          <p:nvPr/>
        </p:nvCxnSpPr>
        <p:spPr>
          <a:xfrm>
            <a:off x="5167507" y="424100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9A29507-D20B-6099-D067-8CE3A0E07872}"/>
              </a:ext>
            </a:extLst>
          </p:cNvPr>
          <p:cNvCxnSpPr>
            <a:cxnSpLocks/>
          </p:cNvCxnSpPr>
          <p:nvPr/>
        </p:nvCxnSpPr>
        <p:spPr>
          <a:xfrm>
            <a:off x="4846832" y="589403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2C96BED-F3AD-B53A-A1BD-9BFDBA99E90D}"/>
              </a:ext>
            </a:extLst>
          </p:cNvPr>
          <p:cNvCxnSpPr>
            <a:cxnSpLocks/>
          </p:cNvCxnSpPr>
          <p:nvPr/>
        </p:nvCxnSpPr>
        <p:spPr>
          <a:xfrm>
            <a:off x="4892076" y="589403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509665C-2F99-458F-DEA6-148BA791F7BE}"/>
              </a:ext>
            </a:extLst>
          </p:cNvPr>
          <p:cNvCxnSpPr>
            <a:cxnSpLocks/>
          </p:cNvCxnSpPr>
          <p:nvPr/>
        </p:nvCxnSpPr>
        <p:spPr>
          <a:xfrm>
            <a:off x="4939701" y="589403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97D7BA7-493D-F9B1-37B1-538EF25160C9}"/>
              </a:ext>
            </a:extLst>
          </p:cNvPr>
          <p:cNvCxnSpPr>
            <a:cxnSpLocks/>
          </p:cNvCxnSpPr>
          <p:nvPr/>
        </p:nvCxnSpPr>
        <p:spPr>
          <a:xfrm>
            <a:off x="4984944" y="589403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CE3E8C5-C9C0-C1D3-4971-019E87C075DE}"/>
              </a:ext>
            </a:extLst>
          </p:cNvPr>
          <p:cNvCxnSpPr>
            <a:cxnSpLocks/>
          </p:cNvCxnSpPr>
          <p:nvPr/>
        </p:nvCxnSpPr>
        <p:spPr>
          <a:xfrm>
            <a:off x="5032570" y="589403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75AE5B2-C7B3-D087-4DA8-B5AF2D244035}"/>
              </a:ext>
            </a:extLst>
          </p:cNvPr>
          <p:cNvCxnSpPr>
            <a:cxnSpLocks/>
          </p:cNvCxnSpPr>
          <p:nvPr/>
        </p:nvCxnSpPr>
        <p:spPr>
          <a:xfrm>
            <a:off x="5077814" y="589403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2C72677-B6D2-EC74-DBF8-202C73D15B40}"/>
              </a:ext>
            </a:extLst>
          </p:cNvPr>
          <p:cNvCxnSpPr>
            <a:cxnSpLocks/>
          </p:cNvCxnSpPr>
          <p:nvPr/>
        </p:nvCxnSpPr>
        <p:spPr>
          <a:xfrm>
            <a:off x="5125439" y="589403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B6D625A-5173-7ECC-8C82-9D8090F32381}"/>
              </a:ext>
            </a:extLst>
          </p:cNvPr>
          <p:cNvCxnSpPr>
            <a:cxnSpLocks/>
          </p:cNvCxnSpPr>
          <p:nvPr/>
        </p:nvCxnSpPr>
        <p:spPr>
          <a:xfrm>
            <a:off x="5170682" y="589403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2FDE7F59-ED82-55DA-9847-24DE0BFEF87C}"/>
              </a:ext>
            </a:extLst>
          </p:cNvPr>
          <p:cNvSpPr txBox="1"/>
          <p:nvPr/>
        </p:nvSpPr>
        <p:spPr>
          <a:xfrm>
            <a:off x="4739375" y="5962048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Registers we + re</a:t>
            </a:r>
            <a:endParaRPr lang="en-IL" sz="8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4B84D21-E00E-1288-599D-A73F2FAABC42}"/>
              </a:ext>
            </a:extLst>
          </p:cNvPr>
          <p:cNvSpPr txBox="1"/>
          <p:nvPr/>
        </p:nvSpPr>
        <p:spPr>
          <a:xfrm>
            <a:off x="4733318" y="4071931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Registers we + re</a:t>
            </a:r>
            <a:endParaRPr lang="en-IL" sz="800" dirty="0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957D383-03D2-F5C6-980E-C4B1D42D8FE0}"/>
              </a:ext>
            </a:extLst>
          </p:cNvPr>
          <p:cNvCxnSpPr>
            <a:cxnSpLocks/>
          </p:cNvCxnSpPr>
          <p:nvPr/>
        </p:nvCxnSpPr>
        <p:spPr>
          <a:xfrm>
            <a:off x="6194073" y="4233863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33EDDA8-C130-35DD-FD86-132B69B4B2CF}"/>
              </a:ext>
            </a:extLst>
          </p:cNvPr>
          <p:cNvCxnSpPr>
            <a:cxnSpLocks/>
          </p:cNvCxnSpPr>
          <p:nvPr/>
        </p:nvCxnSpPr>
        <p:spPr>
          <a:xfrm>
            <a:off x="6239316" y="4233863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2D1D97A4-765F-C3A6-CEB0-FD9FA6DDF760}"/>
              </a:ext>
            </a:extLst>
          </p:cNvPr>
          <p:cNvSpPr txBox="1"/>
          <p:nvPr/>
        </p:nvSpPr>
        <p:spPr>
          <a:xfrm>
            <a:off x="5719973" y="4063579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Mem we + re</a:t>
            </a:r>
            <a:endParaRPr lang="en-IL" sz="800" dirty="0"/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E36F304-D2CF-58ED-BE26-31FD06EBE8D0}"/>
              </a:ext>
            </a:extLst>
          </p:cNvPr>
          <p:cNvCxnSpPr>
            <a:cxnSpLocks/>
          </p:cNvCxnSpPr>
          <p:nvPr/>
        </p:nvCxnSpPr>
        <p:spPr>
          <a:xfrm>
            <a:off x="6194073" y="589403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8DBFE8AF-AD2F-F13D-52CE-4F238B6E6F0F}"/>
              </a:ext>
            </a:extLst>
          </p:cNvPr>
          <p:cNvCxnSpPr>
            <a:cxnSpLocks/>
          </p:cNvCxnSpPr>
          <p:nvPr/>
        </p:nvCxnSpPr>
        <p:spPr>
          <a:xfrm>
            <a:off x="6239316" y="5894037"/>
            <a:ext cx="0" cy="116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E74D1C5A-8430-3FE7-B866-AAA924F69619}"/>
              </a:ext>
            </a:extLst>
          </p:cNvPr>
          <p:cNvSpPr txBox="1"/>
          <p:nvPr/>
        </p:nvSpPr>
        <p:spPr>
          <a:xfrm>
            <a:off x="5724743" y="5949007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Mem we + re</a:t>
            </a:r>
            <a:endParaRPr lang="en-IL" sz="800" dirty="0"/>
          </a:p>
        </p:txBody>
      </p:sp>
    </p:spTree>
    <p:extLst>
      <p:ext uri="{BB962C8B-B14F-4D97-AF65-F5344CB8AC3E}">
        <p14:creationId xmlns:p14="http://schemas.microsoft.com/office/powerpoint/2010/main" val="3519141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</TotalTime>
  <Words>674</Words>
  <Application>Microsoft Office PowerPoint</Application>
  <PresentationFormat>Widescreen</PresentationFormat>
  <Paragraphs>223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Dima Kucheravi</dc:creator>
  <cp:lastModifiedBy>Ilya Kirshtein</cp:lastModifiedBy>
  <cp:revision>24</cp:revision>
  <dcterms:created xsi:type="dcterms:W3CDTF">2025-02-19T20:12:11Z</dcterms:created>
  <dcterms:modified xsi:type="dcterms:W3CDTF">2025-03-09T13:03:38Z</dcterms:modified>
</cp:coreProperties>
</file>